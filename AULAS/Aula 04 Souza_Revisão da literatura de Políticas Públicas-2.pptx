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519d0c264a44d5" /><Relationship Type="http://schemas.openxmlformats.org/officeDocument/2006/relationships/extended-properties" Target="/docProps/app.xml" Id="R6ebf9e224bc64c17" /><Relationship Type="http://schemas.openxmlformats.org/officeDocument/2006/relationships/officeDocument" Target="/ppt/presentation.xml" Id="Rd6427e50296d42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0ffca0145f4d4d"/>
  </p:sldMasterIdLst>
  <p:notesMasterIdLst>
    <p:notesMasterId xmlns:r="http://schemas.openxmlformats.org/officeDocument/2006/relationships" r:id="R17f5e04f6f9f4ab0"/>
  </p:notesMasterIdLst>
  <p:sldIdLst>
    <p:sldId xmlns:r="http://schemas.openxmlformats.org/officeDocument/2006/relationships" id="256" r:id="R0e3b318d1c0843e9"/>
    <p:sldId xmlns:r="http://schemas.openxmlformats.org/officeDocument/2006/relationships" id="257" r:id="R3c46d25e2a684223"/>
    <p:sldId xmlns:r="http://schemas.openxmlformats.org/officeDocument/2006/relationships" id="258" r:id="R2fc83af155864c46"/>
    <p:sldId xmlns:r="http://schemas.openxmlformats.org/officeDocument/2006/relationships" id="259" r:id="Rb0a452e2adb14886"/>
    <p:sldId xmlns:r="http://schemas.openxmlformats.org/officeDocument/2006/relationships" id="260" r:id="R508d8c4a46134231"/>
    <p:sldId xmlns:r="http://schemas.openxmlformats.org/officeDocument/2006/relationships" id="261" r:id="Re8de74901b7b4144"/>
    <p:sldId xmlns:r="http://schemas.openxmlformats.org/officeDocument/2006/relationships" id="262" r:id="R8e78253a1af54114"/>
    <p:sldId xmlns:r="http://schemas.openxmlformats.org/officeDocument/2006/relationships" id="263" r:id="R1bc9286466e9415d"/>
    <p:sldId xmlns:r="http://schemas.openxmlformats.org/officeDocument/2006/relationships" id="264" r:id="Rd5e3933095db4f49"/>
    <p:sldId xmlns:r="http://schemas.openxmlformats.org/officeDocument/2006/relationships" id="265" r:id="Rd0aadcd17187491d"/>
    <p:sldId xmlns:r="http://schemas.openxmlformats.org/officeDocument/2006/relationships" id="266" r:id="R517040d798af4a34"/>
    <p:sldId xmlns:r="http://schemas.openxmlformats.org/officeDocument/2006/relationships" id="267" r:id="R0878c50a95c14eac"/>
    <p:sldId xmlns:r="http://schemas.openxmlformats.org/officeDocument/2006/relationships" id="268" r:id="R736df60a7b9f4d5b"/>
    <p:sldId xmlns:r="http://schemas.openxmlformats.org/officeDocument/2006/relationships" id="269" r:id="Rff8d6cb5cfeb409d"/>
    <p:sldId xmlns:r="http://schemas.openxmlformats.org/officeDocument/2006/relationships" id="270" r:id="R71b180c8a0194886"/>
    <p:sldId xmlns:r="http://schemas.openxmlformats.org/officeDocument/2006/relationships" id="271" r:id="R228508a7e1bc4673"/>
    <p:sldId xmlns:r="http://schemas.openxmlformats.org/officeDocument/2006/relationships" id="272" r:id="R90a7e88c2f65472f"/>
    <p:sldId xmlns:r="http://schemas.openxmlformats.org/officeDocument/2006/relationships" id="273" r:id="Rb35a55f3c7c64712"/>
    <p:sldId xmlns:r="http://schemas.openxmlformats.org/officeDocument/2006/relationships" id="274" r:id="R455d30403a284c59"/>
    <p:sldId xmlns:r="http://schemas.openxmlformats.org/officeDocument/2006/relationships" id="275" r:id="Raa7686afb91b4786"/>
    <p:sldId xmlns:r="http://schemas.openxmlformats.org/officeDocument/2006/relationships" id="276" r:id="R380a498a678f4c23"/>
    <p:sldId xmlns:r="http://schemas.openxmlformats.org/officeDocument/2006/relationships" id="277" r:id="R26b30d17bb5248ec"/>
    <p:sldId xmlns:r="http://schemas.openxmlformats.org/officeDocument/2006/relationships" id="278" r:id="Rd9c1556871ab441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726514a29841c8" /><Relationship Type="http://schemas.openxmlformats.org/officeDocument/2006/relationships/slideMaster" Target="/ppt/slideMasters/slideMaster1.xml" Id="Rd80ffca0145f4d4d" /><Relationship Type="http://schemas.openxmlformats.org/officeDocument/2006/relationships/notesMaster" Target="/ppt/notesMasters/notesMaster1.xml" Id="R17f5e04f6f9f4ab0" /><Relationship Type="http://schemas.openxmlformats.org/officeDocument/2006/relationships/presProps" Target="/ppt/presProps.xml" Id="R29ad8392fe4e4ba3" /><Relationship Type="http://schemas.openxmlformats.org/officeDocument/2006/relationships/tableStyles" Target="/ppt/tableStyles.xml" Id="R0caf7dae9d134960" /><Relationship Type="http://schemas.openxmlformats.org/officeDocument/2006/relationships/slide" Target="/ppt/slides/slide1.xml" Id="R0e3b318d1c0843e9" /><Relationship Type="http://schemas.openxmlformats.org/officeDocument/2006/relationships/slide" Target="/ppt/slides/slide2.xml" Id="R3c46d25e2a684223" /><Relationship Type="http://schemas.openxmlformats.org/officeDocument/2006/relationships/slide" Target="/ppt/slides/slide3.xml" Id="R2fc83af155864c46" /><Relationship Type="http://schemas.openxmlformats.org/officeDocument/2006/relationships/slide" Target="/ppt/slides/slide4.xml" Id="Rb0a452e2adb14886" /><Relationship Type="http://schemas.openxmlformats.org/officeDocument/2006/relationships/slide" Target="/ppt/slides/slide5.xml" Id="R508d8c4a46134231" /><Relationship Type="http://schemas.openxmlformats.org/officeDocument/2006/relationships/slide" Target="/ppt/slides/slide6.xml" Id="Re8de74901b7b4144" /><Relationship Type="http://schemas.openxmlformats.org/officeDocument/2006/relationships/slide" Target="/ppt/slides/slide7.xml" Id="R8e78253a1af54114" /><Relationship Type="http://schemas.openxmlformats.org/officeDocument/2006/relationships/slide" Target="/ppt/slides/slide8.xml" Id="R1bc9286466e9415d" /><Relationship Type="http://schemas.openxmlformats.org/officeDocument/2006/relationships/slide" Target="/ppt/slides/slide9.xml" Id="Rd5e3933095db4f49" /><Relationship Type="http://schemas.openxmlformats.org/officeDocument/2006/relationships/slide" Target="/ppt/slides/slide10.xml" Id="Rd0aadcd17187491d" /><Relationship Type="http://schemas.openxmlformats.org/officeDocument/2006/relationships/slide" Target="/ppt/slides/slide11.xml" Id="R517040d798af4a34" /><Relationship Type="http://schemas.openxmlformats.org/officeDocument/2006/relationships/slide" Target="/ppt/slides/slide12.xml" Id="R0878c50a95c14eac" /><Relationship Type="http://schemas.openxmlformats.org/officeDocument/2006/relationships/slide" Target="/ppt/slides/slide13.xml" Id="R736df60a7b9f4d5b" /><Relationship Type="http://schemas.openxmlformats.org/officeDocument/2006/relationships/slide" Target="/ppt/slides/slide14.xml" Id="Rff8d6cb5cfeb409d" /><Relationship Type="http://schemas.openxmlformats.org/officeDocument/2006/relationships/slide" Target="/ppt/slides/slide15.xml" Id="R71b180c8a0194886" /><Relationship Type="http://schemas.openxmlformats.org/officeDocument/2006/relationships/slide" Target="/ppt/slides/slide16.xml" Id="R228508a7e1bc4673" /><Relationship Type="http://schemas.openxmlformats.org/officeDocument/2006/relationships/slide" Target="/ppt/slides/slide17.xml" Id="R90a7e88c2f65472f" /><Relationship Type="http://schemas.openxmlformats.org/officeDocument/2006/relationships/slide" Target="/ppt/slides/slide18.xml" Id="Rb35a55f3c7c64712" /><Relationship Type="http://schemas.openxmlformats.org/officeDocument/2006/relationships/slide" Target="/ppt/slides/slide19.xml" Id="R455d30403a284c59" /><Relationship Type="http://schemas.openxmlformats.org/officeDocument/2006/relationships/slide" Target="/ppt/slides/slide20.xml" Id="Raa7686afb91b4786" /><Relationship Type="http://schemas.openxmlformats.org/officeDocument/2006/relationships/slide" Target="/ppt/slides/slide21.xml" Id="R380a498a678f4c23" /><Relationship Type="http://schemas.openxmlformats.org/officeDocument/2006/relationships/slide" Target="/ppt/slides/slide22.xml" Id="R26b30d17bb5248ec" /><Relationship Type="http://schemas.openxmlformats.org/officeDocument/2006/relationships/slide" Target="/ppt/slides/slide23.xml" Id="Rd9c1556871ab44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d6aaa5e6a94f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14778bfa1a4b7b" /><Relationship Type="http://schemas.openxmlformats.org/officeDocument/2006/relationships/notesMaster" Target="/ppt/notesMasters/notesMaster1.xml" Id="R56de465f3b5344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d8df2598114541" /><Relationship Type="http://schemas.openxmlformats.org/officeDocument/2006/relationships/notesMaster" Target="/ppt/notesMasters/notesMaster1.xml" Id="R3f189b19057140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dc1a842ad24ddf" /><Relationship Type="http://schemas.openxmlformats.org/officeDocument/2006/relationships/notesMaster" Target="/ppt/notesMasters/notesMaster1.xml" Id="R2b5bc52942ff44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c320a796f143ca" /><Relationship Type="http://schemas.openxmlformats.org/officeDocument/2006/relationships/notesMaster" Target="/ppt/notesMasters/notesMaster1.xml" Id="R6e9dfdf7761446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42c297f6b341ab" /><Relationship Type="http://schemas.openxmlformats.org/officeDocument/2006/relationships/notesMaster" Target="/ppt/notesMasters/notesMaster1.xml" Id="R7f91f8a6591149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a1f34049854a56" /><Relationship Type="http://schemas.openxmlformats.org/officeDocument/2006/relationships/notesMaster" Target="/ppt/notesMasters/notesMaster1.xml" Id="Rb78104d7825d4f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92d5b058da4688" /><Relationship Type="http://schemas.openxmlformats.org/officeDocument/2006/relationships/notesMaster" Target="/ppt/notesMasters/notesMaster1.xml" Id="R76c1175c63b74b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fa9a96b533423e" /><Relationship Type="http://schemas.openxmlformats.org/officeDocument/2006/relationships/notesMaster" Target="/ppt/notesMasters/notesMaster1.xml" Id="R0810c14b02134d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28ac3ff73b465e" /><Relationship Type="http://schemas.openxmlformats.org/officeDocument/2006/relationships/notesMaster" Target="/ppt/notesMasters/notesMaster1.xml" Id="R106c34d1691a44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101c7aacaa4f60" /><Relationship Type="http://schemas.openxmlformats.org/officeDocument/2006/relationships/notesMaster" Target="/ppt/notesMasters/notesMaster1.xml" Id="R358616f44a4a4e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e422b98d124473" /><Relationship Type="http://schemas.openxmlformats.org/officeDocument/2006/relationships/notesMaster" Target="/ppt/notesMasters/notesMaster1.xml" Id="R030c3b8674f743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cdbe15d72044c3" /><Relationship Type="http://schemas.openxmlformats.org/officeDocument/2006/relationships/notesMaster" Target="/ppt/notesMasters/notesMaster1.xml" Id="Rb41f80ae081a4b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a48662f5024335" /><Relationship Type="http://schemas.openxmlformats.org/officeDocument/2006/relationships/notesMaster" Target="/ppt/notesMasters/notesMaster1.xml" Id="R75475143507d42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e6c97d73e04e99" /><Relationship Type="http://schemas.openxmlformats.org/officeDocument/2006/relationships/notesMaster" Target="/ppt/notesMasters/notesMaster1.xml" Id="R5268692f9bf841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a1d02d01944076" /><Relationship Type="http://schemas.openxmlformats.org/officeDocument/2006/relationships/notesMaster" Target="/ppt/notesMasters/notesMaster1.xml" Id="R2170cc69580d49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a9e56bf1cb4059" /><Relationship Type="http://schemas.openxmlformats.org/officeDocument/2006/relationships/notesMaster" Target="/ppt/notesMasters/notesMaster1.xml" Id="Ra38ee863853247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66954f7b884d94" /><Relationship Type="http://schemas.openxmlformats.org/officeDocument/2006/relationships/notesMaster" Target="/ppt/notesMasters/notesMaster1.xml" Id="R4d24b00b674e46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7812c0f4be4a2d" /><Relationship Type="http://schemas.openxmlformats.org/officeDocument/2006/relationships/notesMaster" Target="/ppt/notesMasters/notesMaster1.xml" Id="Rfa51c473fc1d43b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713e94475a7436c" /><Relationship Type="http://schemas.openxmlformats.org/officeDocument/2006/relationships/notesMaster" Target="/ppt/notesMasters/notesMaster1.xml" Id="Rb2e867f83da84aa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3cc34cd97f4624" /><Relationship Type="http://schemas.openxmlformats.org/officeDocument/2006/relationships/notesMaster" Target="/ppt/notesMasters/notesMaster1.xml" Id="Rfdc6a6dc43f8462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8dca5323bfe439c" /><Relationship Type="http://schemas.openxmlformats.org/officeDocument/2006/relationships/notesMaster" Target="/ppt/notesMasters/notesMaster1.xml" Id="Ra0c79d70c289457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2a5d68b6eeb4bea" /><Relationship Type="http://schemas.openxmlformats.org/officeDocument/2006/relationships/notesMaster" Target="/ppt/notesMasters/notesMaster1.xml" Id="Radff757da35d4f3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0435460f4844a0" /><Relationship Type="http://schemas.openxmlformats.org/officeDocument/2006/relationships/notesMaster" Target="/ppt/notesMasters/notesMaster1.xml" Id="R88df0a6ca84747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a67cd006644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1e54d8cb7440a4" /><Relationship Type="http://schemas.openxmlformats.org/officeDocument/2006/relationships/slideLayout" Target="/ppt/slideLayouts/slideLayout1.xml" Id="R4524c464b02f4f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24c464b02f4f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ce0d47fe54fe8" /><Relationship Type="http://schemas.openxmlformats.org/officeDocument/2006/relationships/image" Target="/ppt/media/image.png" Id="Rfe84e742bfc441d6" /><Relationship Type="http://schemas.openxmlformats.org/officeDocument/2006/relationships/notesSlide" Target="/ppt/notesSlides/notesSlide1.xml" Id="R4f2ab15f85f843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e96865b4d435c" /><Relationship Type="http://schemas.openxmlformats.org/officeDocument/2006/relationships/image" Target="/ppt/media/image2.png" Id="R50253548613b4a9b" /><Relationship Type="http://schemas.openxmlformats.org/officeDocument/2006/relationships/notesSlide" Target="/ppt/notesSlides/notesSlide2.xml" Id="Rc75185119d1943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9e55c99f04d4e" /><Relationship Type="http://schemas.openxmlformats.org/officeDocument/2006/relationships/image" Target="/ppt/media/image3.png" Id="R7f5b274247bf47d7" /><Relationship Type="http://schemas.openxmlformats.org/officeDocument/2006/relationships/notesSlide" Target="/ppt/notesSlides/notesSlide3.xml" Id="R657900570a724e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a1f9febb64ec3" /><Relationship Type="http://schemas.openxmlformats.org/officeDocument/2006/relationships/image" Target="/ppt/media/image4.png" Id="R6e1194737e1f4f19" /><Relationship Type="http://schemas.openxmlformats.org/officeDocument/2006/relationships/notesSlide" Target="/ppt/notesSlides/notesSlide4.xml" Id="Rb9aa4be751f543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25bd905bd4941" /><Relationship Type="http://schemas.openxmlformats.org/officeDocument/2006/relationships/image" Target="/ppt/media/image5.png" Id="R885680d0672b4fe7" /><Relationship Type="http://schemas.openxmlformats.org/officeDocument/2006/relationships/notesSlide" Target="/ppt/notesSlides/notesSlide5.xml" Id="R46723fef76c942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dc3e14361479a" /><Relationship Type="http://schemas.openxmlformats.org/officeDocument/2006/relationships/image" Target="/ppt/media/image6.png" Id="R4b869d5fba2140fa" /><Relationship Type="http://schemas.openxmlformats.org/officeDocument/2006/relationships/notesSlide" Target="/ppt/notesSlides/notesSlide6.xml" Id="Ra9c17b90d46a4a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0d1bd2bda4d87" /><Relationship Type="http://schemas.openxmlformats.org/officeDocument/2006/relationships/image" Target="/ppt/media/image7.png" Id="R99d6a6f2471c42e5" /><Relationship Type="http://schemas.openxmlformats.org/officeDocument/2006/relationships/notesSlide" Target="/ppt/notesSlides/notesSlide7.xml" Id="Rdeb6c34360e84c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2928948e54893" /><Relationship Type="http://schemas.openxmlformats.org/officeDocument/2006/relationships/image" Target="/ppt/media/image8.png" Id="R730200ace1324660" /><Relationship Type="http://schemas.openxmlformats.org/officeDocument/2006/relationships/notesSlide" Target="/ppt/notesSlides/notesSlide8.xml" Id="Rc1ff674c25ec4c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08b71bf664d55" /><Relationship Type="http://schemas.openxmlformats.org/officeDocument/2006/relationships/image" Target="/ppt/media/image9.png" Id="R2a31f6a9c1b34652" /><Relationship Type="http://schemas.openxmlformats.org/officeDocument/2006/relationships/notesSlide" Target="/ppt/notesSlides/notesSlide9.xml" Id="R0f7c70215a5a4d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50299ae74432d" /><Relationship Type="http://schemas.openxmlformats.org/officeDocument/2006/relationships/image" Target="/ppt/media/image10.png" Id="R423b2fd9b9b94151" /><Relationship Type="http://schemas.openxmlformats.org/officeDocument/2006/relationships/notesSlide" Target="/ppt/notesSlides/notesSlide10.xml" Id="Rea395db02b7343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32ddf77944075" /><Relationship Type="http://schemas.openxmlformats.org/officeDocument/2006/relationships/image" Target="/ppt/media/image11.png" Id="R48f35b9569b149c2" /><Relationship Type="http://schemas.openxmlformats.org/officeDocument/2006/relationships/notesSlide" Target="/ppt/notesSlides/notesSlide11.xml" Id="R0e6011fcac854b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c4a6bc57f4d50" /><Relationship Type="http://schemas.openxmlformats.org/officeDocument/2006/relationships/image" Target="/ppt/media/image12.png" Id="Rf7346574837c4db3" /><Relationship Type="http://schemas.openxmlformats.org/officeDocument/2006/relationships/notesSlide" Target="/ppt/notesSlides/notesSlide12.xml" Id="R93c674d67f7f4d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ef574a7754d5c" /><Relationship Type="http://schemas.openxmlformats.org/officeDocument/2006/relationships/image" Target="/ppt/media/image13.png" Id="Red2bcff6859945d4" /><Relationship Type="http://schemas.openxmlformats.org/officeDocument/2006/relationships/notesSlide" Target="/ppt/notesSlides/notesSlide13.xml" Id="R5ed9b815260048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2c326d23c4b7c" /><Relationship Type="http://schemas.openxmlformats.org/officeDocument/2006/relationships/image" Target="/ppt/media/image14.png" Id="R8ad0d37f8f644637" /><Relationship Type="http://schemas.openxmlformats.org/officeDocument/2006/relationships/notesSlide" Target="/ppt/notesSlides/notesSlide14.xml" Id="R89fcff0203d14f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cb07ca9534509" /><Relationship Type="http://schemas.openxmlformats.org/officeDocument/2006/relationships/image" Target="/ppt/media/image15.png" Id="R9b57fefef6714974" /><Relationship Type="http://schemas.openxmlformats.org/officeDocument/2006/relationships/notesSlide" Target="/ppt/notesSlides/notesSlide15.xml" Id="Rc7db2e1cd81945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e4937eda04691" /><Relationship Type="http://schemas.openxmlformats.org/officeDocument/2006/relationships/image" Target="/ppt/media/image16.png" Id="R51068e58ff724139" /><Relationship Type="http://schemas.openxmlformats.org/officeDocument/2006/relationships/notesSlide" Target="/ppt/notesSlides/notesSlide16.xml" Id="R438f3715cde142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1637a04dc4142" /><Relationship Type="http://schemas.openxmlformats.org/officeDocument/2006/relationships/image" Target="/ppt/media/image17.png" Id="Raaaaedf714fc40d2" /><Relationship Type="http://schemas.openxmlformats.org/officeDocument/2006/relationships/notesSlide" Target="/ppt/notesSlides/notesSlide17.xml" Id="Rdac87e65fc0c42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e3188b8d74494" /><Relationship Type="http://schemas.openxmlformats.org/officeDocument/2006/relationships/image" Target="/ppt/media/image18.png" Id="R07d07b30504b4fa9" /><Relationship Type="http://schemas.openxmlformats.org/officeDocument/2006/relationships/notesSlide" Target="/ppt/notesSlides/notesSlide18.xml" Id="R732733bc412c4b2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de3511543491a" /><Relationship Type="http://schemas.openxmlformats.org/officeDocument/2006/relationships/image" Target="/ppt/media/image19.png" Id="Rb3ab8de0a3144a1b" /><Relationship Type="http://schemas.openxmlformats.org/officeDocument/2006/relationships/notesSlide" Target="/ppt/notesSlides/notesSlide19.xml" Id="R9cee057194614d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16b16a7ad403b" /><Relationship Type="http://schemas.openxmlformats.org/officeDocument/2006/relationships/image" Target="/ppt/media/image20.png" Id="Ra753f76ffc9d4108" /><Relationship Type="http://schemas.openxmlformats.org/officeDocument/2006/relationships/notesSlide" Target="/ppt/notesSlides/notesSlide20.xml" Id="R582b2fd6c36948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53609a18a49d4" /><Relationship Type="http://schemas.openxmlformats.org/officeDocument/2006/relationships/image" Target="/ppt/media/image21.png" Id="R2bf7a6b60ded4bfe" /><Relationship Type="http://schemas.openxmlformats.org/officeDocument/2006/relationships/notesSlide" Target="/ppt/notesSlides/notesSlide21.xml" Id="Rda0fe1612d894fe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0698a3e264011" /><Relationship Type="http://schemas.openxmlformats.org/officeDocument/2006/relationships/image" Target="/ppt/media/image22.png" Id="Rc68f4a5cf7fc4e0e" /><Relationship Type="http://schemas.openxmlformats.org/officeDocument/2006/relationships/notesSlide" Target="/ppt/notesSlides/notesSlide22.xml" Id="Rf40d2e8efd184ea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7865693144ba7" /><Relationship Type="http://schemas.openxmlformats.org/officeDocument/2006/relationships/image" Target="/ppt/media/image23.png" Id="R062d5de20e364959" /><Relationship Type="http://schemas.openxmlformats.org/officeDocument/2006/relationships/notesSlide" Target="/ppt/notesSlides/notesSlide23.xml" Id="Ra3ee92ea828347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4e742bfc441d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3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53548613b4a9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827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b274247bf47d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93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194737e1f4f1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75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680d0672b4fe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510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69d5fba2140f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042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6a6f2471c42e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547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200ace132466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767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1f6a9c1b3465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7278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b2fd9b9b9415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870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35b9569b149c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1390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46574837c4db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131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bcff6859945d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312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0d37f8f64463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91978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7fefef671497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1836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68e58ff72413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4042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aedf714fc40d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2896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07b30504b4fa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8537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b8de0a3144a1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090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3f76ffc9d410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0163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7a6b60ded4bf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0137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f4a5cf7fc4e0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491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d5de20e36495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54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2026-08-10T20:07:25.4640000Z</dcterms:created>
  <dcterms:modified xsi:type="dcterms:W3CDTF">2026-08-10T20:07:25.4640000Z</dcterms:modified>
</coreProperties>
</file>