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346e7e3fb40c7" /><Relationship Type="http://schemas.openxmlformats.org/officeDocument/2006/relationships/extended-properties" Target="/docProps/app.xml" Id="R3f19c6643bbd4bc6" /><Relationship Type="http://schemas.openxmlformats.org/officeDocument/2006/relationships/officeDocument" Target="/ppt/presentation.xml" Id="Rb40a85be7b664e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bc3e9fe8c84019"/>
  </p:sldMasterIdLst>
  <p:notesMasterIdLst>
    <p:notesMasterId xmlns:r="http://schemas.openxmlformats.org/officeDocument/2006/relationships" r:id="R6de2f8fac86d496c"/>
  </p:notesMasterIdLst>
  <p:sldIdLst>
    <p:sldId xmlns:r="http://schemas.openxmlformats.org/officeDocument/2006/relationships" id="256" r:id="Re883493f0b6b47e6"/>
    <p:sldId xmlns:r="http://schemas.openxmlformats.org/officeDocument/2006/relationships" id="257" r:id="R7d747af44a1f485b"/>
    <p:sldId xmlns:r="http://schemas.openxmlformats.org/officeDocument/2006/relationships" id="258" r:id="Rac4992bbe0154637"/>
    <p:sldId xmlns:r="http://schemas.openxmlformats.org/officeDocument/2006/relationships" id="259" r:id="Rc68ae7aa2707450d"/>
    <p:sldId xmlns:r="http://schemas.openxmlformats.org/officeDocument/2006/relationships" id="260" r:id="Ra89ff0c923404199"/>
    <p:sldId xmlns:r="http://schemas.openxmlformats.org/officeDocument/2006/relationships" id="261" r:id="R09b8860137034bbc"/>
    <p:sldId xmlns:r="http://schemas.openxmlformats.org/officeDocument/2006/relationships" id="262" r:id="R0c87c9b61e394558"/>
    <p:sldId xmlns:r="http://schemas.openxmlformats.org/officeDocument/2006/relationships" id="263" r:id="R55f18743120f4970"/>
    <p:sldId xmlns:r="http://schemas.openxmlformats.org/officeDocument/2006/relationships" id="264" r:id="Rffdc87ccec764b45"/>
    <p:sldId xmlns:r="http://schemas.openxmlformats.org/officeDocument/2006/relationships" id="265" r:id="R4696d46b790c42ff"/>
    <p:sldId xmlns:r="http://schemas.openxmlformats.org/officeDocument/2006/relationships" id="266" r:id="R5eb63201e82240e3"/>
    <p:sldId xmlns:r="http://schemas.openxmlformats.org/officeDocument/2006/relationships" id="267" r:id="Raed3d1282537400f"/>
    <p:sldId xmlns:r="http://schemas.openxmlformats.org/officeDocument/2006/relationships" id="268" r:id="Rbac6d82e9a46413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532d7cb844095" /><Relationship Type="http://schemas.openxmlformats.org/officeDocument/2006/relationships/slideMaster" Target="/ppt/slideMasters/slideMaster1.xml" Id="R97bc3e9fe8c84019" /><Relationship Type="http://schemas.openxmlformats.org/officeDocument/2006/relationships/notesMaster" Target="/ppt/notesMasters/notesMaster1.xml" Id="R6de2f8fac86d496c" /><Relationship Type="http://schemas.openxmlformats.org/officeDocument/2006/relationships/presProps" Target="/ppt/presProps.xml" Id="R3312b80efb2a474c" /><Relationship Type="http://schemas.openxmlformats.org/officeDocument/2006/relationships/tableStyles" Target="/ppt/tableStyles.xml" Id="Re0c992a04b4344bf" /><Relationship Type="http://schemas.openxmlformats.org/officeDocument/2006/relationships/slide" Target="/ppt/slides/slide1.xml" Id="Re883493f0b6b47e6" /><Relationship Type="http://schemas.openxmlformats.org/officeDocument/2006/relationships/slide" Target="/ppt/slides/slide2.xml" Id="R7d747af44a1f485b" /><Relationship Type="http://schemas.openxmlformats.org/officeDocument/2006/relationships/slide" Target="/ppt/slides/slide3.xml" Id="Rac4992bbe0154637" /><Relationship Type="http://schemas.openxmlformats.org/officeDocument/2006/relationships/slide" Target="/ppt/slides/slide4.xml" Id="Rc68ae7aa2707450d" /><Relationship Type="http://schemas.openxmlformats.org/officeDocument/2006/relationships/slide" Target="/ppt/slides/slide5.xml" Id="Ra89ff0c923404199" /><Relationship Type="http://schemas.openxmlformats.org/officeDocument/2006/relationships/slide" Target="/ppt/slides/slide6.xml" Id="R09b8860137034bbc" /><Relationship Type="http://schemas.openxmlformats.org/officeDocument/2006/relationships/slide" Target="/ppt/slides/slide7.xml" Id="R0c87c9b61e394558" /><Relationship Type="http://schemas.openxmlformats.org/officeDocument/2006/relationships/slide" Target="/ppt/slides/slide8.xml" Id="R55f18743120f4970" /><Relationship Type="http://schemas.openxmlformats.org/officeDocument/2006/relationships/slide" Target="/ppt/slides/slide9.xml" Id="Rffdc87ccec764b45" /><Relationship Type="http://schemas.openxmlformats.org/officeDocument/2006/relationships/slide" Target="/ppt/slides/slide10.xml" Id="R4696d46b790c42ff" /><Relationship Type="http://schemas.openxmlformats.org/officeDocument/2006/relationships/slide" Target="/ppt/slides/slide11.xml" Id="R5eb63201e82240e3" /><Relationship Type="http://schemas.openxmlformats.org/officeDocument/2006/relationships/slide" Target="/ppt/slides/slide12.xml" Id="Raed3d1282537400f" /><Relationship Type="http://schemas.openxmlformats.org/officeDocument/2006/relationships/slide" Target="/ppt/slides/slide13.xml" Id="Rbac6d82e9a4641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88877682b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e939c95054dfb" /><Relationship Type="http://schemas.openxmlformats.org/officeDocument/2006/relationships/notesMaster" Target="/ppt/notesMasters/notesMaster1.xml" Id="R13f6ff61a891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bf38b4f27c475d" /><Relationship Type="http://schemas.openxmlformats.org/officeDocument/2006/relationships/notesMaster" Target="/ppt/notesMasters/notesMaster1.xml" Id="Re7b6906b24e649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ec25d56bfa4eac" /><Relationship Type="http://schemas.openxmlformats.org/officeDocument/2006/relationships/notesMaster" Target="/ppt/notesMasters/notesMaster1.xml" Id="Rb790d2f0dc724b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69e9df3104dfc" /><Relationship Type="http://schemas.openxmlformats.org/officeDocument/2006/relationships/notesMaster" Target="/ppt/notesMasters/notesMaster1.xml" Id="R4488b58028294b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8a8779d45f42b2" /><Relationship Type="http://schemas.openxmlformats.org/officeDocument/2006/relationships/notesMaster" Target="/ppt/notesMasters/notesMaster1.xml" Id="Rcd0554e0193d4a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9cd7cd0a1942b7" /><Relationship Type="http://schemas.openxmlformats.org/officeDocument/2006/relationships/notesMaster" Target="/ppt/notesMasters/notesMaster1.xml" Id="Ra51077e88e3c45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afa72130bd4a4d" /><Relationship Type="http://schemas.openxmlformats.org/officeDocument/2006/relationships/notesMaster" Target="/ppt/notesMasters/notesMaster1.xml" Id="R81c1773e0e2040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2c3f11ba5142a5" /><Relationship Type="http://schemas.openxmlformats.org/officeDocument/2006/relationships/notesMaster" Target="/ppt/notesMasters/notesMaster1.xml" Id="Ra1859885a39346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8522f9561947e2" /><Relationship Type="http://schemas.openxmlformats.org/officeDocument/2006/relationships/notesMaster" Target="/ppt/notesMasters/notesMaster1.xml" Id="R4f14d68b1f74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71eace4fef4d23" /><Relationship Type="http://schemas.openxmlformats.org/officeDocument/2006/relationships/notesMaster" Target="/ppt/notesMasters/notesMaster1.xml" Id="Rd0cc2862e16e4a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216ed92a334657" /><Relationship Type="http://schemas.openxmlformats.org/officeDocument/2006/relationships/notesMaster" Target="/ppt/notesMasters/notesMaster1.xml" Id="Rd9280e568b9940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e885c2525842fe" /><Relationship Type="http://schemas.openxmlformats.org/officeDocument/2006/relationships/notesMaster" Target="/ppt/notesMasters/notesMaster1.xml" Id="R8b6b2ee1160c4a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979e7d5ed0477d" /><Relationship Type="http://schemas.openxmlformats.org/officeDocument/2006/relationships/notesMaster" Target="/ppt/notesMasters/notesMaster1.xml" Id="R4ef498e03cf5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3b81584934c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8b921087945c5" /><Relationship Type="http://schemas.openxmlformats.org/officeDocument/2006/relationships/slideLayout" Target="/ppt/slideLayouts/slideLayout1.xml" Id="Ra5f8ef39d76c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f8ef39d76c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faa74654a4f82" /><Relationship Type="http://schemas.openxmlformats.org/officeDocument/2006/relationships/image" Target="/ppt/media/image.png" Id="Re523bef67ee44323" /><Relationship Type="http://schemas.openxmlformats.org/officeDocument/2006/relationships/notesSlide" Target="/ppt/notesSlides/notesSlide1.xml" Id="Rb97beb3c3e9b47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06a6eda854f3f" /><Relationship Type="http://schemas.openxmlformats.org/officeDocument/2006/relationships/image" Target="/ppt/media/image2.png" Id="Rbbc5eb1841e3418b" /><Relationship Type="http://schemas.openxmlformats.org/officeDocument/2006/relationships/notesSlide" Target="/ppt/notesSlides/notesSlide2.xml" Id="R4532770c269445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8916797de448b" /><Relationship Type="http://schemas.openxmlformats.org/officeDocument/2006/relationships/image" Target="/ppt/media/image3.png" Id="Rcdd127bb92f54ab3" /><Relationship Type="http://schemas.openxmlformats.org/officeDocument/2006/relationships/notesSlide" Target="/ppt/notesSlides/notesSlide3.xml" Id="R1a7cf548402349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83f89b25438a" /><Relationship Type="http://schemas.openxmlformats.org/officeDocument/2006/relationships/image" Target="/ppt/media/image4.png" Id="R4bed5c5f60f34d89" /><Relationship Type="http://schemas.openxmlformats.org/officeDocument/2006/relationships/notesSlide" Target="/ppt/notesSlides/notesSlide4.xml" Id="R0aa8d0b8a828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baa8372fe41ac" /><Relationship Type="http://schemas.openxmlformats.org/officeDocument/2006/relationships/image" Target="/ppt/media/image5.png" Id="R6099ad5bd8ef454a" /><Relationship Type="http://schemas.openxmlformats.org/officeDocument/2006/relationships/notesSlide" Target="/ppt/notesSlides/notesSlide5.xml" Id="Rb4254bd287694e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289b20d1547bc" /><Relationship Type="http://schemas.openxmlformats.org/officeDocument/2006/relationships/image" Target="/ppt/media/image6.png" Id="R5d493da86bd245f8" /><Relationship Type="http://schemas.openxmlformats.org/officeDocument/2006/relationships/notesSlide" Target="/ppt/notesSlides/notesSlide6.xml" Id="Raef7b3d94f3b4d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8ca9f6e8c47b5" /><Relationship Type="http://schemas.openxmlformats.org/officeDocument/2006/relationships/image" Target="/ppt/media/image7.png" Id="R28f727f55e0a4268" /><Relationship Type="http://schemas.openxmlformats.org/officeDocument/2006/relationships/notesSlide" Target="/ppt/notesSlides/notesSlide7.xml" Id="R3b1b012a404147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08cd95af3436b" /><Relationship Type="http://schemas.openxmlformats.org/officeDocument/2006/relationships/image" Target="/ppt/media/image8.png" Id="R237a11a965cd4249" /><Relationship Type="http://schemas.openxmlformats.org/officeDocument/2006/relationships/notesSlide" Target="/ppt/notesSlides/notesSlide8.xml" Id="R3df5536a3b3c49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419d373f643d0" /><Relationship Type="http://schemas.openxmlformats.org/officeDocument/2006/relationships/image" Target="/ppt/media/image9.png" Id="R9feb2a3a4a114e3c" /><Relationship Type="http://schemas.openxmlformats.org/officeDocument/2006/relationships/notesSlide" Target="/ppt/notesSlides/notesSlide9.xml" Id="R3961db0c1d9140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8972330154d90" /><Relationship Type="http://schemas.openxmlformats.org/officeDocument/2006/relationships/image" Target="/ppt/media/image10.png" Id="R42edfd1a70054b1e" /><Relationship Type="http://schemas.openxmlformats.org/officeDocument/2006/relationships/notesSlide" Target="/ppt/notesSlides/notesSlide10.xml" Id="R6467cdfa474649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74e84602d4607" /><Relationship Type="http://schemas.openxmlformats.org/officeDocument/2006/relationships/image" Target="/ppt/media/image11.png" Id="Ra0501b2b96f84c22" /><Relationship Type="http://schemas.openxmlformats.org/officeDocument/2006/relationships/notesSlide" Target="/ppt/notesSlides/notesSlide11.xml" Id="Rb8b77c682fc44a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36375868041ef" /><Relationship Type="http://schemas.openxmlformats.org/officeDocument/2006/relationships/image" Target="/ppt/media/image12.png" Id="R2929d284d3f54a1c" /><Relationship Type="http://schemas.openxmlformats.org/officeDocument/2006/relationships/notesSlide" Target="/ppt/notesSlides/notesSlide12.xml" Id="R450197c87fa642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63a35b7bb4c35" /><Relationship Type="http://schemas.openxmlformats.org/officeDocument/2006/relationships/image" Target="/ppt/media/image13.png" Id="R19e97667f6334446" /><Relationship Type="http://schemas.openxmlformats.org/officeDocument/2006/relationships/notesSlide" Target="/ppt/notesSlides/notesSlide13.xml" Id="Ra7769b81928d4d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3bef67ee4432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954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5eb1841e3418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367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127bb92f54ab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456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d5c5f60f34d8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068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9ad5bd8ef454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790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93da86bd245f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897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727f55e0a426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358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a11a965cd424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101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b2a3a4a114e3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74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dfd1a70054b1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229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01b2b96f84c2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527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9d284d3f54a1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81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97667f633444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61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2026-08-10T20:07:26.0630000Z</dcterms:created>
  <dcterms:modified xsi:type="dcterms:W3CDTF">2026-08-10T20:07:26.0630000Z</dcterms:modified>
</coreProperties>
</file>