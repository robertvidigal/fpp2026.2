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e9703db4ca4f9d" /><Relationship Type="http://schemas.openxmlformats.org/officeDocument/2006/relationships/extended-properties" Target="/docProps/app.xml" Id="R87419e0c53da48ac" /><Relationship Type="http://schemas.openxmlformats.org/officeDocument/2006/relationships/officeDocument" Target="/ppt/presentation.xml" Id="R5f0f831e9aca4c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88f3493be4cff"/>
  </p:sldMasterIdLst>
  <p:notesMasterIdLst>
    <p:notesMasterId xmlns:r="http://schemas.openxmlformats.org/officeDocument/2006/relationships" r:id="R9b2e36af2c694cff"/>
  </p:notesMasterIdLst>
  <p:sldIdLst>
    <p:sldId xmlns:r="http://schemas.openxmlformats.org/officeDocument/2006/relationships" id="256" r:id="R9166ce40bfbd4464"/>
    <p:sldId xmlns:r="http://schemas.openxmlformats.org/officeDocument/2006/relationships" id="257" r:id="Ra5da8b6914b6416c"/>
    <p:sldId xmlns:r="http://schemas.openxmlformats.org/officeDocument/2006/relationships" id="258" r:id="Refa0c0358cc94ad2"/>
    <p:sldId xmlns:r="http://schemas.openxmlformats.org/officeDocument/2006/relationships" id="259" r:id="Ref7e2b5f17344003"/>
    <p:sldId xmlns:r="http://schemas.openxmlformats.org/officeDocument/2006/relationships" id="260" r:id="Ra5b84020c7c54930"/>
    <p:sldId xmlns:r="http://schemas.openxmlformats.org/officeDocument/2006/relationships" id="261" r:id="Recc006bacdee4a1f"/>
    <p:sldId xmlns:r="http://schemas.openxmlformats.org/officeDocument/2006/relationships" id="262" r:id="R4fea4577b78e4492"/>
    <p:sldId xmlns:r="http://schemas.openxmlformats.org/officeDocument/2006/relationships" id="263" r:id="Re122d05b66844394"/>
    <p:sldId xmlns:r="http://schemas.openxmlformats.org/officeDocument/2006/relationships" id="264" r:id="Rada286cd32ac4b72"/>
    <p:sldId xmlns:r="http://schemas.openxmlformats.org/officeDocument/2006/relationships" id="265" r:id="Rda55960aff654b69"/>
    <p:sldId xmlns:r="http://schemas.openxmlformats.org/officeDocument/2006/relationships" id="266" r:id="Re50fb170311343f5"/>
    <p:sldId xmlns:r="http://schemas.openxmlformats.org/officeDocument/2006/relationships" id="267" r:id="R7f7023531e3c47d3"/>
    <p:sldId xmlns:r="http://schemas.openxmlformats.org/officeDocument/2006/relationships" id="268" r:id="R73fafcf1cab04d03"/>
    <p:sldId xmlns:r="http://schemas.openxmlformats.org/officeDocument/2006/relationships" id="269" r:id="R1be5253dbc27446b"/>
    <p:sldId xmlns:r="http://schemas.openxmlformats.org/officeDocument/2006/relationships" id="270" r:id="R2f9db89a31eb450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80536622843e2" /><Relationship Type="http://schemas.openxmlformats.org/officeDocument/2006/relationships/slideMaster" Target="/ppt/slideMasters/slideMaster1.xml" Id="R1f288f3493be4cff" /><Relationship Type="http://schemas.openxmlformats.org/officeDocument/2006/relationships/notesMaster" Target="/ppt/notesMasters/notesMaster1.xml" Id="R9b2e36af2c694cff" /><Relationship Type="http://schemas.openxmlformats.org/officeDocument/2006/relationships/presProps" Target="/ppt/presProps.xml" Id="R1f93ab9c48d64548" /><Relationship Type="http://schemas.openxmlformats.org/officeDocument/2006/relationships/tableStyles" Target="/ppt/tableStyles.xml" Id="R00f1f88650e04483" /><Relationship Type="http://schemas.openxmlformats.org/officeDocument/2006/relationships/slide" Target="/ppt/slides/slide1.xml" Id="R9166ce40bfbd4464" /><Relationship Type="http://schemas.openxmlformats.org/officeDocument/2006/relationships/slide" Target="/ppt/slides/slide2.xml" Id="Ra5da8b6914b6416c" /><Relationship Type="http://schemas.openxmlformats.org/officeDocument/2006/relationships/slide" Target="/ppt/slides/slide3.xml" Id="Refa0c0358cc94ad2" /><Relationship Type="http://schemas.openxmlformats.org/officeDocument/2006/relationships/slide" Target="/ppt/slides/slide4.xml" Id="Ref7e2b5f17344003" /><Relationship Type="http://schemas.openxmlformats.org/officeDocument/2006/relationships/slide" Target="/ppt/slides/slide5.xml" Id="Ra5b84020c7c54930" /><Relationship Type="http://schemas.openxmlformats.org/officeDocument/2006/relationships/slide" Target="/ppt/slides/slide6.xml" Id="Recc006bacdee4a1f" /><Relationship Type="http://schemas.openxmlformats.org/officeDocument/2006/relationships/slide" Target="/ppt/slides/slide7.xml" Id="R4fea4577b78e4492" /><Relationship Type="http://schemas.openxmlformats.org/officeDocument/2006/relationships/slide" Target="/ppt/slides/slide8.xml" Id="Re122d05b66844394" /><Relationship Type="http://schemas.openxmlformats.org/officeDocument/2006/relationships/slide" Target="/ppt/slides/slide9.xml" Id="Rada286cd32ac4b72" /><Relationship Type="http://schemas.openxmlformats.org/officeDocument/2006/relationships/slide" Target="/ppt/slides/slide10.xml" Id="Rda55960aff654b69" /><Relationship Type="http://schemas.openxmlformats.org/officeDocument/2006/relationships/slide" Target="/ppt/slides/slide11.xml" Id="Re50fb170311343f5" /><Relationship Type="http://schemas.openxmlformats.org/officeDocument/2006/relationships/slide" Target="/ppt/slides/slide12.xml" Id="R7f7023531e3c47d3" /><Relationship Type="http://schemas.openxmlformats.org/officeDocument/2006/relationships/slide" Target="/ppt/slides/slide13.xml" Id="R73fafcf1cab04d03" /><Relationship Type="http://schemas.openxmlformats.org/officeDocument/2006/relationships/slide" Target="/ppt/slides/slide14.xml" Id="R1be5253dbc27446b" /><Relationship Type="http://schemas.openxmlformats.org/officeDocument/2006/relationships/slide" Target="/ppt/slides/slide15.xml" Id="R2f9db89a31eb45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86c07da2b746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b3cfc24a3479c" /><Relationship Type="http://schemas.openxmlformats.org/officeDocument/2006/relationships/notesMaster" Target="/ppt/notesMasters/notesMaster1.xml" Id="R7fa4a9411b4144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9c5320ada40bd" /><Relationship Type="http://schemas.openxmlformats.org/officeDocument/2006/relationships/notesMaster" Target="/ppt/notesMasters/notesMaster1.xml" Id="R79c6ae4dfbc5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42adc5ab52438f" /><Relationship Type="http://schemas.openxmlformats.org/officeDocument/2006/relationships/notesMaster" Target="/ppt/notesMasters/notesMaster1.xml" Id="R545287fe6dc045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ad0e813e34231" /><Relationship Type="http://schemas.openxmlformats.org/officeDocument/2006/relationships/notesMaster" Target="/ppt/notesMasters/notesMaster1.xml" Id="R17c9c28024294a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95e3692d47468e" /><Relationship Type="http://schemas.openxmlformats.org/officeDocument/2006/relationships/notesMaster" Target="/ppt/notesMasters/notesMaster1.xml" Id="R414aec3d9a3f43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424add8a54c21" /><Relationship Type="http://schemas.openxmlformats.org/officeDocument/2006/relationships/notesMaster" Target="/ppt/notesMasters/notesMaster1.xml" Id="R2ad7bba62c694d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ce30f5b41a4d4d" /><Relationship Type="http://schemas.openxmlformats.org/officeDocument/2006/relationships/notesMaster" Target="/ppt/notesMasters/notesMaster1.xml" Id="Rd81b0fefa9ac42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6f951b5f0b48b8" /><Relationship Type="http://schemas.openxmlformats.org/officeDocument/2006/relationships/notesMaster" Target="/ppt/notesMasters/notesMaster1.xml" Id="R668610dcf79142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3ec2adf424852" /><Relationship Type="http://schemas.openxmlformats.org/officeDocument/2006/relationships/notesMaster" Target="/ppt/notesMasters/notesMaster1.xml" Id="R5a2e0ae3377247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58523274694b52" /><Relationship Type="http://schemas.openxmlformats.org/officeDocument/2006/relationships/notesMaster" Target="/ppt/notesMasters/notesMaster1.xml" Id="R30dd29d4116747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de3be7dca841ef" /><Relationship Type="http://schemas.openxmlformats.org/officeDocument/2006/relationships/notesMaster" Target="/ppt/notesMasters/notesMaster1.xml" Id="Rd4ef94f467f841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90234c41254d42" /><Relationship Type="http://schemas.openxmlformats.org/officeDocument/2006/relationships/notesMaster" Target="/ppt/notesMasters/notesMaster1.xml" Id="Ref93dd4c8f884b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0144d0535449ca" /><Relationship Type="http://schemas.openxmlformats.org/officeDocument/2006/relationships/notesMaster" Target="/ppt/notesMasters/notesMaster1.xml" Id="Rf56a5a3993074f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bc62e7a6154405" /><Relationship Type="http://schemas.openxmlformats.org/officeDocument/2006/relationships/notesMaster" Target="/ppt/notesMasters/notesMaster1.xml" Id="R78d3abb74a9841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8d1e00bc234191" /><Relationship Type="http://schemas.openxmlformats.org/officeDocument/2006/relationships/notesMaster" Target="/ppt/notesMasters/notesMaster1.xml" Id="R8ca6125bdf674c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3e2e6217d48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468374950b4e32" /><Relationship Type="http://schemas.openxmlformats.org/officeDocument/2006/relationships/slideLayout" Target="/ppt/slideLayouts/slideLayout1.xml" Id="Rbdad341b9ac8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d341b9ac8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139532dbf4a75" /><Relationship Type="http://schemas.openxmlformats.org/officeDocument/2006/relationships/image" Target="/ppt/media/image.png" Id="R8d881c4b5d4f43b1" /><Relationship Type="http://schemas.openxmlformats.org/officeDocument/2006/relationships/notesSlide" Target="/ppt/notesSlides/notesSlide1.xml" Id="Rde10b05a306340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c1a01d78d47de" /><Relationship Type="http://schemas.openxmlformats.org/officeDocument/2006/relationships/image" Target="/ppt/media/image2.png" Id="R3efdb11d7ef84922" /><Relationship Type="http://schemas.openxmlformats.org/officeDocument/2006/relationships/notesSlide" Target="/ppt/notesSlides/notesSlide2.xml" Id="R29fbc25e15c043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cdc7c34dd452e" /><Relationship Type="http://schemas.openxmlformats.org/officeDocument/2006/relationships/image" Target="/ppt/media/image3.png" Id="R058137c5fc984f1b" /><Relationship Type="http://schemas.openxmlformats.org/officeDocument/2006/relationships/notesSlide" Target="/ppt/notesSlides/notesSlide3.xml" Id="Rc5eedef44e2d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a53e87598422a" /><Relationship Type="http://schemas.openxmlformats.org/officeDocument/2006/relationships/image" Target="/ppt/media/image4.png" Id="R3e8bd50f74a94028" /><Relationship Type="http://schemas.openxmlformats.org/officeDocument/2006/relationships/notesSlide" Target="/ppt/notesSlides/notesSlide4.xml" Id="Rdedf485f2e6e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1cb4dabe444e6" /><Relationship Type="http://schemas.openxmlformats.org/officeDocument/2006/relationships/image" Target="/ppt/media/image5.png" Id="R0feaae2066984ed8" /><Relationship Type="http://schemas.openxmlformats.org/officeDocument/2006/relationships/notesSlide" Target="/ppt/notesSlides/notesSlide5.xml" Id="R568988b9aa6d46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666f1d0e64c38" /><Relationship Type="http://schemas.openxmlformats.org/officeDocument/2006/relationships/image" Target="/ppt/media/image6.png" Id="R862e7460e438497d" /><Relationship Type="http://schemas.openxmlformats.org/officeDocument/2006/relationships/notesSlide" Target="/ppt/notesSlides/notesSlide6.xml" Id="R3c6eddaea90541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5389181024b78" /><Relationship Type="http://schemas.openxmlformats.org/officeDocument/2006/relationships/image" Target="/ppt/media/image7.png" Id="Rd2364a51f2064e12" /><Relationship Type="http://schemas.openxmlformats.org/officeDocument/2006/relationships/notesSlide" Target="/ppt/notesSlides/notesSlide7.xml" Id="R0f61478a965c4c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2dfa1117d4ecc" /><Relationship Type="http://schemas.openxmlformats.org/officeDocument/2006/relationships/image" Target="/ppt/media/image8.png" Id="R2836aa5cfccc434c" /><Relationship Type="http://schemas.openxmlformats.org/officeDocument/2006/relationships/notesSlide" Target="/ppt/notesSlides/notesSlide8.xml" Id="Raeed1c98c49643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4a899be7e41c7" /><Relationship Type="http://schemas.openxmlformats.org/officeDocument/2006/relationships/image" Target="/ppt/media/image9.png" Id="Rfe7d1742738a48d3" /><Relationship Type="http://schemas.openxmlformats.org/officeDocument/2006/relationships/notesSlide" Target="/ppt/notesSlides/notesSlide9.xml" Id="Rb6c795e947df43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151be4718443d" /><Relationship Type="http://schemas.openxmlformats.org/officeDocument/2006/relationships/image" Target="/ppt/media/image10.png" Id="R6c5f597b5e2f47fc" /><Relationship Type="http://schemas.openxmlformats.org/officeDocument/2006/relationships/notesSlide" Target="/ppt/notesSlides/notesSlide10.xml" Id="R0df1e695e44c4c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37eef01aa4d0e" /><Relationship Type="http://schemas.openxmlformats.org/officeDocument/2006/relationships/image" Target="/ppt/media/image11.png" Id="R79a63d24c9e24bdf" /><Relationship Type="http://schemas.openxmlformats.org/officeDocument/2006/relationships/notesSlide" Target="/ppt/notesSlides/notesSlide11.xml" Id="R54b7dd2a149a46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5f4ec595d49a5" /><Relationship Type="http://schemas.openxmlformats.org/officeDocument/2006/relationships/image" Target="/ppt/media/image12.png" Id="R1e0e8024831545c4" /><Relationship Type="http://schemas.openxmlformats.org/officeDocument/2006/relationships/notesSlide" Target="/ppt/notesSlides/notesSlide12.xml" Id="R006472c047e945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ed8c084549d3" /><Relationship Type="http://schemas.openxmlformats.org/officeDocument/2006/relationships/image" Target="/ppt/media/image13.png" Id="Rdfe4d96ea4fd42ba" /><Relationship Type="http://schemas.openxmlformats.org/officeDocument/2006/relationships/notesSlide" Target="/ppt/notesSlides/notesSlide13.xml" Id="R680e2d5871934e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bbb1de01b4aa1" /><Relationship Type="http://schemas.openxmlformats.org/officeDocument/2006/relationships/image" Target="/ppt/media/image14.png" Id="Rc389fa609a2b4d20" /><Relationship Type="http://schemas.openxmlformats.org/officeDocument/2006/relationships/notesSlide" Target="/ppt/notesSlides/notesSlide14.xml" Id="Rd1ba9d98c3624f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62d9007a540b5" /><Relationship Type="http://schemas.openxmlformats.org/officeDocument/2006/relationships/image" Target="/ppt/media/image15.png" Id="Rf39b78b8a68745df" /><Relationship Type="http://schemas.openxmlformats.org/officeDocument/2006/relationships/notesSlide" Target="/ppt/notesSlides/notesSlide15.xml" Id="Re85420c922ec42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81c4b5d4f43b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546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db11d7ef8492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137c5fc984f1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200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bd50f74a9402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990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aae2066984ed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330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e7460e438497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5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64a51f2064e1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5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6aa5cfccc434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713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d1742738a48d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894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f597b5e2f47f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489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63d24c9e24bd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588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e8024831545c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21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4d96ea4fd42b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886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9fa609a2b4d2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251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b78b8a68745d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39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2026-08-10T20:07:25.5950000Z</dcterms:created>
  <dcterms:modified xsi:type="dcterms:W3CDTF">2026-08-10T20:07:25.5950000Z</dcterms:modified>
</coreProperties>
</file>