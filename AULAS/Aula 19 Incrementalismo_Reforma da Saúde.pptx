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ed8e0c93a04634" /><Relationship Type="http://schemas.openxmlformats.org/officeDocument/2006/relationships/extended-properties" Target="/docProps/app.xml" Id="R28a114f8f0bf48f1" /><Relationship Type="http://schemas.openxmlformats.org/officeDocument/2006/relationships/officeDocument" Target="/ppt/presentation.xml" Id="R8d63cd3cec6b49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9d2b85b4c644a5"/>
  </p:sldMasterIdLst>
  <p:notesMasterIdLst>
    <p:notesMasterId xmlns:r="http://schemas.openxmlformats.org/officeDocument/2006/relationships" r:id="R547ff85ec6a949b5"/>
  </p:notesMasterIdLst>
  <p:sldIdLst>
    <p:sldId xmlns:r="http://schemas.openxmlformats.org/officeDocument/2006/relationships" id="256" r:id="Rdfcd05a449294d64"/>
    <p:sldId xmlns:r="http://schemas.openxmlformats.org/officeDocument/2006/relationships" id="257" r:id="R9a9611b1dc7f4efb"/>
    <p:sldId xmlns:r="http://schemas.openxmlformats.org/officeDocument/2006/relationships" id="258" r:id="R2890586dc9b54fb3"/>
    <p:sldId xmlns:r="http://schemas.openxmlformats.org/officeDocument/2006/relationships" id="259" r:id="Rd7c39e5fa72e47d8"/>
    <p:sldId xmlns:r="http://schemas.openxmlformats.org/officeDocument/2006/relationships" id="260" r:id="Ra164754e63364706"/>
    <p:sldId xmlns:r="http://schemas.openxmlformats.org/officeDocument/2006/relationships" id="261" r:id="Rac76886c90af4c6f"/>
    <p:sldId xmlns:r="http://schemas.openxmlformats.org/officeDocument/2006/relationships" id="262" r:id="R7b6e013fb6b14a97"/>
    <p:sldId xmlns:r="http://schemas.openxmlformats.org/officeDocument/2006/relationships" id="263" r:id="R983be7bc960e46c5"/>
    <p:sldId xmlns:r="http://schemas.openxmlformats.org/officeDocument/2006/relationships" id="264" r:id="R23cbe7c95b2d4816"/>
    <p:sldId xmlns:r="http://schemas.openxmlformats.org/officeDocument/2006/relationships" id="265" r:id="Read07e11d6ed4c7b"/>
    <p:sldId xmlns:r="http://schemas.openxmlformats.org/officeDocument/2006/relationships" id="266" r:id="R4cbab319072c4606"/>
    <p:sldId xmlns:r="http://schemas.openxmlformats.org/officeDocument/2006/relationships" id="267" r:id="Rb5be2d166b7a470e"/>
    <p:sldId xmlns:r="http://schemas.openxmlformats.org/officeDocument/2006/relationships" id="268" r:id="R4bcf941356bd4f45"/>
    <p:sldId xmlns:r="http://schemas.openxmlformats.org/officeDocument/2006/relationships" id="269" r:id="R66e095c3dff54dde"/>
    <p:sldId xmlns:r="http://schemas.openxmlformats.org/officeDocument/2006/relationships" id="270" r:id="R016500486bcc48e6"/>
    <p:sldId xmlns:r="http://schemas.openxmlformats.org/officeDocument/2006/relationships" id="271" r:id="R601674c8306f4432"/>
    <p:sldId xmlns:r="http://schemas.openxmlformats.org/officeDocument/2006/relationships" id="272" r:id="Rb1b6bfe7a73b4e97"/>
    <p:sldId xmlns:r="http://schemas.openxmlformats.org/officeDocument/2006/relationships" id="273" r:id="R13c71442f48e4544"/>
    <p:sldId xmlns:r="http://schemas.openxmlformats.org/officeDocument/2006/relationships" id="274" r:id="R93cb7505bcdd4369"/>
    <p:sldId xmlns:r="http://schemas.openxmlformats.org/officeDocument/2006/relationships" id="275" r:id="Rbc3ed047c8c14f59"/>
    <p:sldId xmlns:r="http://schemas.openxmlformats.org/officeDocument/2006/relationships" id="276" r:id="R6ebbce889a0843ce"/>
    <p:sldId xmlns:r="http://schemas.openxmlformats.org/officeDocument/2006/relationships" id="277" r:id="R750efdac196c403e"/>
    <p:sldId xmlns:r="http://schemas.openxmlformats.org/officeDocument/2006/relationships" id="278" r:id="Re3b8c89f1f0843b6"/>
    <p:sldId xmlns:r="http://schemas.openxmlformats.org/officeDocument/2006/relationships" id="279" r:id="R6055e1bd4332440f"/>
    <p:sldId xmlns:r="http://schemas.openxmlformats.org/officeDocument/2006/relationships" id="280" r:id="R1040bcccdae644c2"/>
    <p:sldId xmlns:r="http://schemas.openxmlformats.org/officeDocument/2006/relationships" id="281" r:id="R93f6765d61d745af"/>
    <p:sldId xmlns:r="http://schemas.openxmlformats.org/officeDocument/2006/relationships" id="282" r:id="R150846e169594f81"/>
    <p:sldId xmlns:r="http://schemas.openxmlformats.org/officeDocument/2006/relationships" id="283" r:id="R009f2e96183f467d"/>
    <p:sldId xmlns:r="http://schemas.openxmlformats.org/officeDocument/2006/relationships" id="284" r:id="Rb6d81ddf5f614c03"/>
    <p:sldId xmlns:r="http://schemas.openxmlformats.org/officeDocument/2006/relationships" id="285" r:id="R7d064c6dfc7047f0"/>
    <p:sldId xmlns:r="http://schemas.openxmlformats.org/officeDocument/2006/relationships" id="286" r:id="R51d89f98795349de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5c08037a15468a" /><Relationship Type="http://schemas.openxmlformats.org/officeDocument/2006/relationships/slideMaster" Target="/ppt/slideMasters/slideMaster1.xml" Id="R909d2b85b4c644a5" /><Relationship Type="http://schemas.openxmlformats.org/officeDocument/2006/relationships/notesMaster" Target="/ppt/notesMasters/notesMaster1.xml" Id="R547ff85ec6a949b5" /><Relationship Type="http://schemas.openxmlformats.org/officeDocument/2006/relationships/presProps" Target="/ppt/presProps.xml" Id="R41b7cd68f33548cc" /><Relationship Type="http://schemas.openxmlformats.org/officeDocument/2006/relationships/tableStyles" Target="/ppt/tableStyles.xml" Id="Rd365c9c5f74e4856" /><Relationship Type="http://schemas.openxmlformats.org/officeDocument/2006/relationships/slide" Target="/ppt/slides/slide1.xml" Id="Rdfcd05a449294d64" /><Relationship Type="http://schemas.openxmlformats.org/officeDocument/2006/relationships/slide" Target="/ppt/slides/slide2.xml" Id="R9a9611b1dc7f4efb" /><Relationship Type="http://schemas.openxmlformats.org/officeDocument/2006/relationships/slide" Target="/ppt/slides/slide3.xml" Id="R2890586dc9b54fb3" /><Relationship Type="http://schemas.openxmlformats.org/officeDocument/2006/relationships/slide" Target="/ppt/slides/slide4.xml" Id="Rd7c39e5fa72e47d8" /><Relationship Type="http://schemas.openxmlformats.org/officeDocument/2006/relationships/slide" Target="/ppt/slides/slide5.xml" Id="Ra164754e63364706" /><Relationship Type="http://schemas.openxmlformats.org/officeDocument/2006/relationships/slide" Target="/ppt/slides/slide6.xml" Id="Rac76886c90af4c6f" /><Relationship Type="http://schemas.openxmlformats.org/officeDocument/2006/relationships/slide" Target="/ppt/slides/slide7.xml" Id="R7b6e013fb6b14a97" /><Relationship Type="http://schemas.openxmlformats.org/officeDocument/2006/relationships/slide" Target="/ppt/slides/slide8.xml" Id="R983be7bc960e46c5" /><Relationship Type="http://schemas.openxmlformats.org/officeDocument/2006/relationships/slide" Target="/ppt/slides/slide9.xml" Id="R23cbe7c95b2d4816" /><Relationship Type="http://schemas.openxmlformats.org/officeDocument/2006/relationships/slide" Target="/ppt/slides/slide10.xml" Id="Read07e11d6ed4c7b" /><Relationship Type="http://schemas.openxmlformats.org/officeDocument/2006/relationships/slide" Target="/ppt/slides/slide11.xml" Id="R4cbab319072c4606" /><Relationship Type="http://schemas.openxmlformats.org/officeDocument/2006/relationships/slide" Target="/ppt/slides/slide12.xml" Id="Rb5be2d166b7a470e" /><Relationship Type="http://schemas.openxmlformats.org/officeDocument/2006/relationships/slide" Target="/ppt/slides/slide13.xml" Id="R4bcf941356bd4f45" /><Relationship Type="http://schemas.openxmlformats.org/officeDocument/2006/relationships/slide" Target="/ppt/slides/slide14.xml" Id="R66e095c3dff54dde" /><Relationship Type="http://schemas.openxmlformats.org/officeDocument/2006/relationships/slide" Target="/ppt/slides/slide15.xml" Id="R016500486bcc48e6" /><Relationship Type="http://schemas.openxmlformats.org/officeDocument/2006/relationships/slide" Target="/ppt/slides/slide16.xml" Id="R601674c8306f4432" /><Relationship Type="http://schemas.openxmlformats.org/officeDocument/2006/relationships/slide" Target="/ppt/slides/slide17.xml" Id="Rb1b6bfe7a73b4e97" /><Relationship Type="http://schemas.openxmlformats.org/officeDocument/2006/relationships/slide" Target="/ppt/slides/slide18.xml" Id="R13c71442f48e4544" /><Relationship Type="http://schemas.openxmlformats.org/officeDocument/2006/relationships/slide" Target="/ppt/slides/slide19.xml" Id="R93cb7505bcdd4369" /><Relationship Type="http://schemas.openxmlformats.org/officeDocument/2006/relationships/slide" Target="/ppt/slides/slide20.xml" Id="Rbc3ed047c8c14f59" /><Relationship Type="http://schemas.openxmlformats.org/officeDocument/2006/relationships/slide" Target="/ppt/slides/slide21.xml" Id="R6ebbce889a0843ce" /><Relationship Type="http://schemas.openxmlformats.org/officeDocument/2006/relationships/slide" Target="/ppt/slides/slide22.xml" Id="R750efdac196c403e" /><Relationship Type="http://schemas.openxmlformats.org/officeDocument/2006/relationships/slide" Target="/ppt/slides/slide23.xml" Id="Re3b8c89f1f0843b6" /><Relationship Type="http://schemas.openxmlformats.org/officeDocument/2006/relationships/slide" Target="/ppt/slides/slide24.xml" Id="R6055e1bd4332440f" /><Relationship Type="http://schemas.openxmlformats.org/officeDocument/2006/relationships/slide" Target="/ppt/slides/slide25.xml" Id="R1040bcccdae644c2" /><Relationship Type="http://schemas.openxmlformats.org/officeDocument/2006/relationships/slide" Target="/ppt/slides/slide26.xml" Id="R93f6765d61d745af" /><Relationship Type="http://schemas.openxmlformats.org/officeDocument/2006/relationships/slide" Target="/ppt/slides/slide27.xml" Id="R150846e169594f81" /><Relationship Type="http://schemas.openxmlformats.org/officeDocument/2006/relationships/slide" Target="/ppt/slides/slide28.xml" Id="R009f2e96183f467d" /><Relationship Type="http://schemas.openxmlformats.org/officeDocument/2006/relationships/slide" Target="/ppt/slides/slide29.xml" Id="Rb6d81ddf5f614c03" /><Relationship Type="http://schemas.openxmlformats.org/officeDocument/2006/relationships/slide" Target="/ppt/slides/slide30.xml" Id="R7d064c6dfc7047f0" /><Relationship Type="http://schemas.openxmlformats.org/officeDocument/2006/relationships/slide" Target="/ppt/slides/slide31.xml" Id="R51d89f98795349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aebe92278d47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17e3c1169a4a66" /><Relationship Type="http://schemas.openxmlformats.org/officeDocument/2006/relationships/notesMaster" Target="/ppt/notesMasters/notesMaster1.xml" Id="Re2c214e87e7b48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0fbd8eae254dc1" /><Relationship Type="http://schemas.openxmlformats.org/officeDocument/2006/relationships/notesMaster" Target="/ppt/notesMasters/notesMaster1.xml" Id="Rc8e1fab398904d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9648aae45c4688" /><Relationship Type="http://schemas.openxmlformats.org/officeDocument/2006/relationships/notesMaster" Target="/ppt/notesMasters/notesMaster1.xml" Id="Ra934f89a2f4347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d1b667a69e47bb" /><Relationship Type="http://schemas.openxmlformats.org/officeDocument/2006/relationships/notesMaster" Target="/ppt/notesMasters/notesMaster1.xml" Id="R4c83ddee041445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9bd5c0cc094e3e" /><Relationship Type="http://schemas.openxmlformats.org/officeDocument/2006/relationships/notesMaster" Target="/ppt/notesMasters/notesMaster1.xml" Id="R92197460fd6b44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631065d3d547eb" /><Relationship Type="http://schemas.openxmlformats.org/officeDocument/2006/relationships/notesMaster" Target="/ppt/notesMasters/notesMaster1.xml" Id="R59d82f7697484a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dad84d13624934" /><Relationship Type="http://schemas.openxmlformats.org/officeDocument/2006/relationships/notesMaster" Target="/ppt/notesMasters/notesMaster1.xml" Id="R5506acddaa1145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9692eed8d44514" /><Relationship Type="http://schemas.openxmlformats.org/officeDocument/2006/relationships/notesMaster" Target="/ppt/notesMasters/notesMaster1.xml" Id="R2f6d9e7c9bc842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9840e26fdb4af9" /><Relationship Type="http://schemas.openxmlformats.org/officeDocument/2006/relationships/notesMaster" Target="/ppt/notesMasters/notesMaster1.xml" Id="R7f2fa6b5751841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00ae945ee94a92" /><Relationship Type="http://schemas.openxmlformats.org/officeDocument/2006/relationships/notesMaster" Target="/ppt/notesMasters/notesMaster1.xml" Id="R3d46f25f11ab45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7f56ed399246e1" /><Relationship Type="http://schemas.openxmlformats.org/officeDocument/2006/relationships/notesMaster" Target="/ppt/notesMasters/notesMaster1.xml" Id="Rb27bf32307d346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1e9f912b7e4f39" /><Relationship Type="http://schemas.openxmlformats.org/officeDocument/2006/relationships/notesMaster" Target="/ppt/notesMasters/notesMaster1.xml" Id="R3a6c77f3eaa24f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5ec99a66ef4453" /><Relationship Type="http://schemas.openxmlformats.org/officeDocument/2006/relationships/notesMaster" Target="/ppt/notesMasters/notesMaster1.xml" Id="Rab6abb3881a44b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06656fa0e3416d" /><Relationship Type="http://schemas.openxmlformats.org/officeDocument/2006/relationships/notesMaster" Target="/ppt/notesMasters/notesMaster1.xml" Id="R245192fa5b7c46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94fc54061245f3" /><Relationship Type="http://schemas.openxmlformats.org/officeDocument/2006/relationships/notesMaster" Target="/ppt/notesMasters/notesMaster1.xml" Id="R813880f497bf46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2393b258044a15" /><Relationship Type="http://schemas.openxmlformats.org/officeDocument/2006/relationships/notesMaster" Target="/ppt/notesMasters/notesMaster1.xml" Id="Rdd55846ff7b949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15318c963e412b" /><Relationship Type="http://schemas.openxmlformats.org/officeDocument/2006/relationships/notesMaster" Target="/ppt/notesMasters/notesMaster1.xml" Id="R82fdbb2151964b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8599dcf5544c61" /><Relationship Type="http://schemas.openxmlformats.org/officeDocument/2006/relationships/notesMaster" Target="/ppt/notesMasters/notesMaster1.xml" Id="Rdce30b23176d49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3103f101ff4df3" /><Relationship Type="http://schemas.openxmlformats.org/officeDocument/2006/relationships/notesMaster" Target="/ppt/notesMasters/notesMaster1.xml" Id="Reda79d3b095e44a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6160c271bd48a0" /><Relationship Type="http://schemas.openxmlformats.org/officeDocument/2006/relationships/notesMaster" Target="/ppt/notesMasters/notesMaster1.xml" Id="Rf7258f44027e45a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0e8761c6132450e" /><Relationship Type="http://schemas.openxmlformats.org/officeDocument/2006/relationships/notesMaster" Target="/ppt/notesMasters/notesMaster1.xml" Id="Rd2618da3b17e4c8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9767104b0e4c2d" /><Relationship Type="http://schemas.openxmlformats.org/officeDocument/2006/relationships/notesMaster" Target="/ppt/notesMasters/notesMaster1.xml" Id="Reae0ab594d454d3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7b09478b194a84" /><Relationship Type="http://schemas.openxmlformats.org/officeDocument/2006/relationships/notesMaster" Target="/ppt/notesMasters/notesMaster1.xml" Id="Ra28cdf235c0140e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9fcdd2275904095" /><Relationship Type="http://schemas.openxmlformats.org/officeDocument/2006/relationships/notesMaster" Target="/ppt/notesMasters/notesMaster1.xml" Id="R7984c045521b452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ac871ac9bd74551" /><Relationship Type="http://schemas.openxmlformats.org/officeDocument/2006/relationships/notesMaster" Target="/ppt/notesMasters/notesMaster1.xml" Id="R003362b46774433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93c45acdc3c4884" /><Relationship Type="http://schemas.openxmlformats.org/officeDocument/2006/relationships/notesMaster" Target="/ppt/notesMasters/notesMaster1.xml" Id="Rab16c2364fde4cc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4f458ef757549d2" /><Relationship Type="http://schemas.openxmlformats.org/officeDocument/2006/relationships/notesMaster" Target="/ppt/notesMasters/notesMaster1.xml" Id="R855707e4259c406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b4a132c25bc447e" /><Relationship Type="http://schemas.openxmlformats.org/officeDocument/2006/relationships/notesMaster" Target="/ppt/notesMasters/notesMaster1.xml" Id="R55cc6c8640074a5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8166ba0acbc4218" /><Relationship Type="http://schemas.openxmlformats.org/officeDocument/2006/relationships/notesMaster" Target="/ppt/notesMasters/notesMaster1.xml" Id="Rfc123be555f44a0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b9461fc89cf445c" /><Relationship Type="http://schemas.openxmlformats.org/officeDocument/2006/relationships/notesMaster" Target="/ppt/notesMasters/notesMaster1.xml" Id="R7072828e1f494c1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37a1ff9e9564c82" /><Relationship Type="http://schemas.openxmlformats.org/officeDocument/2006/relationships/notesMaster" Target="/ppt/notesMasters/notesMaster1.xml" Id="Rff92d00bb37644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ee5e078bd46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a15c51694d44ec" /><Relationship Type="http://schemas.openxmlformats.org/officeDocument/2006/relationships/slideLayout" Target="/ppt/slideLayouts/slideLayout1.xml" Id="Rf58ae53c291242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8ae53c291242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f874be8194d84" /><Relationship Type="http://schemas.openxmlformats.org/officeDocument/2006/relationships/image" Target="/ppt/media/image.png" Id="Rd81f8aadc46a462c" /><Relationship Type="http://schemas.openxmlformats.org/officeDocument/2006/relationships/notesSlide" Target="/ppt/notesSlides/notesSlide1.xml" Id="Rbaca485f3c5144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04da9645f4d57" /><Relationship Type="http://schemas.openxmlformats.org/officeDocument/2006/relationships/image" Target="/ppt/media/image2.png" Id="R32fa37c083b94a4a" /><Relationship Type="http://schemas.openxmlformats.org/officeDocument/2006/relationships/notesSlide" Target="/ppt/notesSlides/notesSlide2.xml" Id="Rec446cc3be8141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64f992d6446f4" /><Relationship Type="http://schemas.openxmlformats.org/officeDocument/2006/relationships/image" Target="/ppt/media/image3.png" Id="Rdcac61d06c8448fd" /><Relationship Type="http://schemas.openxmlformats.org/officeDocument/2006/relationships/notesSlide" Target="/ppt/notesSlides/notesSlide3.xml" Id="R93a20a872c154d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0ec462bb44f0e" /><Relationship Type="http://schemas.openxmlformats.org/officeDocument/2006/relationships/image" Target="/ppt/media/image4.png" Id="Rd436d9bf2d134f11" /><Relationship Type="http://schemas.openxmlformats.org/officeDocument/2006/relationships/notesSlide" Target="/ppt/notesSlides/notesSlide4.xml" Id="Rab8ed213f6184a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944272e4d47ad" /><Relationship Type="http://schemas.openxmlformats.org/officeDocument/2006/relationships/image" Target="/ppt/media/image5.png" Id="R4dd6f83ff9534af6" /><Relationship Type="http://schemas.openxmlformats.org/officeDocument/2006/relationships/notesSlide" Target="/ppt/notesSlides/notesSlide5.xml" Id="Rc81879dcaa644c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cc13b6cba4f10" /><Relationship Type="http://schemas.openxmlformats.org/officeDocument/2006/relationships/image" Target="/ppt/media/image6.png" Id="R89d0be7491d74278" /><Relationship Type="http://schemas.openxmlformats.org/officeDocument/2006/relationships/notesSlide" Target="/ppt/notesSlides/notesSlide6.xml" Id="R892abdf69c7d41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fc740036d4368" /><Relationship Type="http://schemas.openxmlformats.org/officeDocument/2006/relationships/image" Target="/ppt/media/image7.png" Id="Re2576d9133a947b2" /><Relationship Type="http://schemas.openxmlformats.org/officeDocument/2006/relationships/notesSlide" Target="/ppt/notesSlides/notesSlide7.xml" Id="R142b8009560b4e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595ad9be4493b" /><Relationship Type="http://schemas.openxmlformats.org/officeDocument/2006/relationships/image" Target="/ppt/media/image8.png" Id="R95365ec168964090" /><Relationship Type="http://schemas.openxmlformats.org/officeDocument/2006/relationships/notesSlide" Target="/ppt/notesSlides/notesSlide8.xml" Id="Rc284d9314c9e4b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77a78dd74432e" /><Relationship Type="http://schemas.openxmlformats.org/officeDocument/2006/relationships/image" Target="/ppt/media/image9.png" Id="R4ba8d9f2da4249e8" /><Relationship Type="http://schemas.openxmlformats.org/officeDocument/2006/relationships/notesSlide" Target="/ppt/notesSlides/notesSlide9.xml" Id="Re5d9d86ae2734c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5c30626f94484" /><Relationship Type="http://schemas.openxmlformats.org/officeDocument/2006/relationships/image" Target="/ppt/media/image10.png" Id="Rd7bdbae54bab435b" /><Relationship Type="http://schemas.openxmlformats.org/officeDocument/2006/relationships/notesSlide" Target="/ppt/notesSlides/notesSlide10.xml" Id="R41d1b351d24540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9e4d98c5744ce" /><Relationship Type="http://schemas.openxmlformats.org/officeDocument/2006/relationships/image" Target="/ppt/media/image11.png" Id="R22f05bf3a5cf41cb" /><Relationship Type="http://schemas.openxmlformats.org/officeDocument/2006/relationships/notesSlide" Target="/ppt/notesSlides/notesSlide11.xml" Id="R9e5c6f17897446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118e00c024ebe" /><Relationship Type="http://schemas.openxmlformats.org/officeDocument/2006/relationships/image" Target="/ppt/media/image12.png" Id="R11b78fa10fc640e9" /><Relationship Type="http://schemas.openxmlformats.org/officeDocument/2006/relationships/notesSlide" Target="/ppt/notesSlides/notesSlide12.xml" Id="Rdd5d4b81112d41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9d1e27ee546f8" /><Relationship Type="http://schemas.openxmlformats.org/officeDocument/2006/relationships/image" Target="/ppt/media/image13.png" Id="R1eb903f5865340c8" /><Relationship Type="http://schemas.openxmlformats.org/officeDocument/2006/relationships/notesSlide" Target="/ppt/notesSlides/notesSlide13.xml" Id="Re308ff0b85ac48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402b3af6f4200" /><Relationship Type="http://schemas.openxmlformats.org/officeDocument/2006/relationships/image" Target="/ppt/media/image14.png" Id="Rd31af5ee6cb349bb" /><Relationship Type="http://schemas.openxmlformats.org/officeDocument/2006/relationships/notesSlide" Target="/ppt/notesSlides/notesSlide14.xml" Id="Rde53c58a9e0948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bbda4fe9740b2" /><Relationship Type="http://schemas.openxmlformats.org/officeDocument/2006/relationships/image" Target="/ppt/media/image15.png" Id="R8e850353cbaa439a" /><Relationship Type="http://schemas.openxmlformats.org/officeDocument/2006/relationships/notesSlide" Target="/ppt/notesSlides/notesSlide15.xml" Id="R09fb558abd6e47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902a4c1594d42" /><Relationship Type="http://schemas.openxmlformats.org/officeDocument/2006/relationships/image" Target="/ppt/media/image16.png" Id="Rc392a54ce426466c" /><Relationship Type="http://schemas.openxmlformats.org/officeDocument/2006/relationships/notesSlide" Target="/ppt/notesSlides/notesSlide16.xml" Id="R727189f0895a42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62f3d1eac43eb" /><Relationship Type="http://schemas.openxmlformats.org/officeDocument/2006/relationships/image" Target="/ppt/media/image17.png" Id="R0c4014bd0a89420e" /><Relationship Type="http://schemas.openxmlformats.org/officeDocument/2006/relationships/notesSlide" Target="/ppt/notesSlides/notesSlide17.xml" Id="R9d1e3b54158f4a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e9bd5501e40c8" /><Relationship Type="http://schemas.openxmlformats.org/officeDocument/2006/relationships/image" Target="/ppt/media/image18.png" Id="R093b1f75c6644ac5" /><Relationship Type="http://schemas.openxmlformats.org/officeDocument/2006/relationships/notesSlide" Target="/ppt/notesSlides/notesSlide18.xml" Id="R2ade165183384c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93976e9624b16" /><Relationship Type="http://schemas.openxmlformats.org/officeDocument/2006/relationships/image" Target="/ppt/media/image19.png" Id="R5797aa8434f24022" /><Relationship Type="http://schemas.openxmlformats.org/officeDocument/2006/relationships/notesSlide" Target="/ppt/notesSlides/notesSlide19.xml" Id="R164b1038f60444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cd5316f3d4aed" /><Relationship Type="http://schemas.openxmlformats.org/officeDocument/2006/relationships/image" Target="/ppt/media/image20.png" Id="R925544f33750429c" /><Relationship Type="http://schemas.openxmlformats.org/officeDocument/2006/relationships/notesSlide" Target="/ppt/notesSlides/notesSlide20.xml" Id="Rc48e3d717be24ad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8510c77114a8f" /><Relationship Type="http://schemas.openxmlformats.org/officeDocument/2006/relationships/image" Target="/ppt/media/image21.png" Id="R872f85851ca84af6" /><Relationship Type="http://schemas.openxmlformats.org/officeDocument/2006/relationships/notesSlide" Target="/ppt/notesSlides/notesSlide21.xml" Id="R4ddebb10e2b64ba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d2f7eded34849" /><Relationship Type="http://schemas.openxmlformats.org/officeDocument/2006/relationships/image" Target="/ppt/media/image22.png" Id="R836dd8ad43fe4f51" /><Relationship Type="http://schemas.openxmlformats.org/officeDocument/2006/relationships/notesSlide" Target="/ppt/notesSlides/notesSlide22.xml" Id="Rc49ecc230638448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cc978219446b6" /><Relationship Type="http://schemas.openxmlformats.org/officeDocument/2006/relationships/image" Target="/ppt/media/image23.png" Id="R3e193462742b48db" /><Relationship Type="http://schemas.openxmlformats.org/officeDocument/2006/relationships/notesSlide" Target="/ppt/notesSlides/notesSlide23.xml" Id="R2c3b8d4ae37b4a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f87c62e914cbe" /><Relationship Type="http://schemas.openxmlformats.org/officeDocument/2006/relationships/image" Target="/ppt/media/image24.png" Id="R9f9869d2d30c42b0" /><Relationship Type="http://schemas.openxmlformats.org/officeDocument/2006/relationships/notesSlide" Target="/ppt/notesSlides/notesSlide24.xml" Id="R0749040da47846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c276c3d4744e2" /><Relationship Type="http://schemas.openxmlformats.org/officeDocument/2006/relationships/image" Target="/ppt/media/image25.png" Id="R4e6541a992014015" /><Relationship Type="http://schemas.openxmlformats.org/officeDocument/2006/relationships/notesSlide" Target="/ppt/notesSlides/notesSlide25.xml" Id="R08c41c6795ee418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3764c348f4ff1" /><Relationship Type="http://schemas.openxmlformats.org/officeDocument/2006/relationships/image" Target="/ppt/media/image26.png" Id="R53b5032c64f94aa0" /><Relationship Type="http://schemas.openxmlformats.org/officeDocument/2006/relationships/notesSlide" Target="/ppt/notesSlides/notesSlide26.xml" Id="Rf015d7ea8c264a9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3f6a0d94d4eb2" /><Relationship Type="http://schemas.openxmlformats.org/officeDocument/2006/relationships/image" Target="/ppt/media/image27.png" Id="R504da4d76b7f4757" /><Relationship Type="http://schemas.openxmlformats.org/officeDocument/2006/relationships/notesSlide" Target="/ppt/notesSlides/notesSlide27.xml" Id="Rfb228e2f14a1443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53a04f1a440e7" /><Relationship Type="http://schemas.openxmlformats.org/officeDocument/2006/relationships/image" Target="/ppt/media/image28.png" Id="R9ecbdea94e8f47c1" /><Relationship Type="http://schemas.openxmlformats.org/officeDocument/2006/relationships/notesSlide" Target="/ppt/notesSlides/notesSlide28.xml" Id="R73e234b1eefb4ae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f8aff0e5b4217" /><Relationship Type="http://schemas.openxmlformats.org/officeDocument/2006/relationships/image" Target="/ppt/media/image29.png" Id="R64b391d3613e4e1e" /><Relationship Type="http://schemas.openxmlformats.org/officeDocument/2006/relationships/notesSlide" Target="/ppt/notesSlides/notesSlide29.xml" Id="R68178bfcd4a0440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57c37487b431f" /><Relationship Type="http://schemas.openxmlformats.org/officeDocument/2006/relationships/image" Target="/ppt/media/image30.png" Id="Rbd2864392a294cff" /><Relationship Type="http://schemas.openxmlformats.org/officeDocument/2006/relationships/notesSlide" Target="/ppt/notesSlides/notesSlide30.xml" Id="Rf274cab7a9e6473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05e321acd4980" /><Relationship Type="http://schemas.openxmlformats.org/officeDocument/2006/relationships/image" Target="/ppt/media/image31.png" Id="Rb98aec83e2504b1b" /><Relationship Type="http://schemas.openxmlformats.org/officeDocument/2006/relationships/notesSlide" Target="/ppt/notesSlides/notesSlide31.xml" Id="R4a2651d846374a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f8aadc46a462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1675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a37c083b94a4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853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c61d06c8448f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638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6d9bf2d134f11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515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6f83ff9534af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732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0be7491d7427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751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76d9133a947b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433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65ec16896409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977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8d9f2da4249e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208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dbae54bab435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1877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05bf3a5cf41c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5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78fa10fc640e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8381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903f5865340c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31181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af5ee6cb349b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11281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50353cbaa439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3252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2a54ce426466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5135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014bd0a89420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733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b1f75c6644ac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6324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7aa8434f2402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8723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544f33750429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6555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f85851ca84af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8493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dd8ad43fe4f51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6519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93462742b48d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939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869d2d30c42b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9089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541a99201401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2722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5032c64f94aa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1438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da4d76b7f475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1145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bdea94e8f47c1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8601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391d3613e4e1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916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864392a294cf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98638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aec83e2504b1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80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2026-08-10T20:07:26.1750000Z</dcterms:created>
  <dcterms:modified xsi:type="dcterms:W3CDTF">2026-08-10T20:07:26.1750000Z</dcterms:modified>
</coreProperties>
</file>