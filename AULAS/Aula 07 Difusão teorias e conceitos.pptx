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c22c9f1e024525" /><Relationship Type="http://schemas.openxmlformats.org/officeDocument/2006/relationships/extended-properties" Target="/docProps/app.xml" Id="Rf91eab53aff14c68" /><Relationship Type="http://schemas.openxmlformats.org/officeDocument/2006/relationships/officeDocument" Target="/ppt/presentation.xml" Id="Ra62e0c3a9b42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17201524724026"/>
  </p:sldMasterIdLst>
  <p:notesMasterIdLst>
    <p:notesMasterId xmlns:r="http://schemas.openxmlformats.org/officeDocument/2006/relationships" r:id="R0132819e2e534ae8"/>
  </p:notesMasterIdLst>
  <p:sldIdLst>
    <p:sldId xmlns:r="http://schemas.openxmlformats.org/officeDocument/2006/relationships" id="256" r:id="R143380e67d7b4913"/>
    <p:sldId xmlns:r="http://schemas.openxmlformats.org/officeDocument/2006/relationships" id="257" r:id="Ra9e0257448e64585"/>
    <p:sldId xmlns:r="http://schemas.openxmlformats.org/officeDocument/2006/relationships" id="258" r:id="R73853b5db7554109"/>
    <p:sldId xmlns:r="http://schemas.openxmlformats.org/officeDocument/2006/relationships" id="259" r:id="R8326a9fed7e84994"/>
    <p:sldId xmlns:r="http://schemas.openxmlformats.org/officeDocument/2006/relationships" id="260" r:id="Rea4dd8e79fc646de"/>
    <p:sldId xmlns:r="http://schemas.openxmlformats.org/officeDocument/2006/relationships" id="261" r:id="R78674c23f29b4058"/>
    <p:sldId xmlns:r="http://schemas.openxmlformats.org/officeDocument/2006/relationships" id="262" r:id="Rfc99e6af130840b9"/>
    <p:sldId xmlns:r="http://schemas.openxmlformats.org/officeDocument/2006/relationships" id="263" r:id="Rb3a9c65cda72494a"/>
    <p:sldId xmlns:r="http://schemas.openxmlformats.org/officeDocument/2006/relationships" id="264" r:id="Ra9459a67d7504768"/>
    <p:sldId xmlns:r="http://schemas.openxmlformats.org/officeDocument/2006/relationships" id="265" r:id="R3b24c50acd4e4b0c"/>
    <p:sldId xmlns:r="http://schemas.openxmlformats.org/officeDocument/2006/relationships" id="266" r:id="R2b41f4cd4b9141bd"/>
    <p:sldId xmlns:r="http://schemas.openxmlformats.org/officeDocument/2006/relationships" id="267" r:id="Rdcd46581712f4181"/>
    <p:sldId xmlns:r="http://schemas.openxmlformats.org/officeDocument/2006/relationships" id="268" r:id="R5cd17a9e5f1540ae"/>
    <p:sldId xmlns:r="http://schemas.openxmlformats.org/officeDocument/2006/relationships" id="269" r:id="R83c69439c43b48fc"/>
    <p:sldId xmlns:r="http://schemas.openxmlformats.org/officeDocument/2006/relationships" id="270" r:id="R24ec420997a14cac"/>
    <p:sldId xmlns:r="http://schemas.openxmlformats.org/officeDocument/2006/relationships" id="271" r:id="R04f22a16e5a84749"/>
    <p:sldId xmlns:r="http://schemas.openxmlformats.org/officeDocument/2006/relationships" id="272" r:id="R2784bf47df4c4a72"/>
    <p:sldId xmlns:r="http://schemas.openxmlformats.org/officeDocument/2006/relationships" id="273" r:id="Rcdb161eef06d4cae"/>
    <p:sldId xmlns:r="http://schemas.openxmlformats.org/officeDocument/2006/relationships" id="274" r:id="R13b148a6c7b341c4"/>
    <p:sldId xmlns:r="http://schemas.openxmlformats.org/officeDocument/2006/relationships" id="275" r:id="R654ca1e78aae47bc"/>
    <p:sldId xmlns:r="http://schemas.openxmlformats.org/officeDocument/2006/relationships" id="276" r:id="Ra570f6a7e6a74ea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f89e23c9de4d73" /><Relationship Type="http://schemas.openxmlformats.org/officeDocument/2006/relationships/slideMaster" Target="/ppt/slideMasters/slideMaster1.xml" Id="Re617201524724026" /><Relationship Type="http://schemas.openxmlformats.org/officeDocument/2006/relationships/notesMaster" Target="/ppt/notesMasters/notesMaster1.xml" Id="R0132819e2e534ae8" /><Relationship Type="http://schemas.openxmlformats.org/officeDocument/2006/relationships/presProps" Target="/ppt/presProps.xml" Id="Ra90fcb1ab3e54959" /><Relationship Type="http://schemas.openxmlformats.org/officeDocument/2006/relationships/tableStyles" Target="/ppt/tableStyles.xml" Id="Ra29a3b16fc9b4aba" /><Relationship Type="http://schemas.openxmlformats.org/officeDocument/2006/relationships/slide" Target="/ppt/slides/slide1.xml" Id="R143380e67d7b4913" /><Relationship Type="http://schemas.openxmlformats.org/officeDocument/2006/relationships/slide" Target="/ppt/slides/slide2.xml" Id="Ra9e0257448e64585" /><Relationship Type="http://schemas.openxmlformats.org/officeDocument/2006/relationships/slide" Target="/ppt/slides/slide3.xml" Id="R73853b5db7554109" /><Relationship Type="http://schemas.openxmlformats.org/officeDocument/2006/relationships/slide" Target="/ppt/slides/slide4.xml" Id="R8326a9fed7e84994" /><Relationship Type="http://schemas.openxmlformats.org/officeDocument/2006/relationships/slide" Target="/ppt/slides/slide5.xml" Id="Rea4dd8e79fc646de" /><Relationship Type="http://schemas.openxmlformats.org/officeDocument/2006/relationships/slide" Target="/ppt/slides/slide6.xml" Id="R78674c23f29b4058" /><Relationship Type="http://schemas.openxmlformats.org/officeDocument/2006/relationships/slide" Target="/ppt/slides/slide7.xml" Id="Rfc99e6af130840b9" /><Relationship Type="http://schemas.openxmlformats.org/officeDocument/2006/relationships/slide" Target="/ppt/slides/slide8.xml" Id="Rb3a9c65cda72494a" /><Relationship Type="http://schemas.openxmlformats.org/officeDocument/2006/relationships/slide" Target="/ppt/slides/slide9.xml" Id="Ra9459a67d7504768" /><Relationship Type="http://schemas.openxmlformats.org/officeDocument/2006/relationships/slide" Target="/ppt/slides/slide10.xml" Id="R3b24c50acd4e4b0c" /><Relationship Type="http://schemas.openxmlformats.org/officeDocument/2006/relationships/slide" Target="/ppt/slides/slide11.xml" Id="R2b41f4cd4b9141bd" /><Relationship Type="http://schemas.openxmlformats.org/officeDocument/2006/relationships/slide" Target="/ppt/slides/slide12.xml" Id="Rdcd46581712f4181" /><Relationship Type="http://schemas.openxmlformats.org/officeDocument/2006/relationships/slide" Target="/ppt/slides/slide13.xml" Id="R5cd17a9e5f1540ae" /><Relationship Type="http://schemas.openxmlformats.org/officeDocument/2006/relationships/slide" Target="/ppt/slides/slide14.xml" Id="R83c69439c43b48fc" /><Relationship Type="http://schemas.openxmlformats.org/officeDocument/2006/relationships/slide" Target="/ppt/slides/slide15.xml" Id="R24ec420997a14cac" /><Relationship Type="http://schemas.openxmlformats.org/officeDocument/2006/relationships/slide" Target="/ppt/slides/slide16.xml" Id="R04f22a16e5a84749" /><Relationship Type="http://schemas.openxmlformats.org/officeDocument/2006/relationships/slide" Target="/ppt/slides/slide17.xml" Id="R2784bf47df4c4a72" /><Relationship Type="http://schemas.openxmlformats.org/officeDocument/2006/relationships/slide" Target="/ppt/slides/slide18.xml" Id="Rcdb161eef06d4cae" /><Relationship Type="http://schemas.openxmlformats.org/officeDocument/2006/relationships/slide" Target="/ppt/slides/slide19.xml" Id="R13b148a6c7b341c4" /><Relationship Type="http://schemas.openxmlformats.org/officeDocument/2006/relationships/slide" Target="/ppt/slides/slide20.xml" Id="R654ca1e78aae47bc" /><Relationship Type="http://schemas.openxmlformats.org/officeDocument/2006/relationships/slide" Target="/ppt/slides/slide21.xml" Id="Ra570f6a7e6a7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1c74ffb2db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d6ebe8fae44f9" /><Relationship Type="http://schemas.openxmlformats.org/officeDocument/2006/relationships/notesMaster" Target="/ppt/notesMasters/notesMaster1.xml" Id="Rfb89258eda5d47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fd51185de14edf" /><Relationship Type="http://schemas.openxmlformats.org/officeDocument/2006/relationships/notesMaster" Target="/ppt/notesMasters/notesMaster1.xml" Id="R872b2a186a4641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85a89aa0e0453b" /><Relationship Type="http://schemas.openxmlformats.org/officeDocument/2006/relationships/notesMaster" Target="/ppt/notesMasters/notesMaster1.xml" Id="R8cd5f864148648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f7f0c68e4648de" /><Relationship Type="http://schemas.openxmlformats.org/officeDocument/2006/relationships/notesMaster" Target="/ppt/notesMasters/notesMaster1.xml" Id="R303356c4960746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dbd9efca694476" /><Relationship Type="http://schemas.openxmlformats.org/officeDocument/2006/relationships/notesMaster" Target="/ppt/notesMasters/notesMaster1.xml" Id="R67a62b5e311542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98fe8eb0e0420e" /><Relationship Type="http://schemas.openxmlformats.org/officeDocument/2006/relationships/notesMaster" Target="/ppt/notesMasters/notesMaster1.xml" Id="Reb639d36990d44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bd3ef939334966" /><Relationship Type="http://schemas.openxmlformats.org/officeDocument/2006/relationships/notesMaster" Target="/ppt/notesMasters/notesMaster1.xml" Id="Rdef2552be03c44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c8d50f82c34d14" /><Relationship Type="http://schemas.openxmlformats.org/officeDocument/2006/relationships/notesMaster" Target="/ppt/notesMasters/notesMaster1.xml" Id="Rb56ac8596b4948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570335bbca4fc8" /><Relationship Type="http://schemas.openxmlformats.org/officeDocument/2006/relationships/notesMaster" Target="/ppt/notesMasters/notesMaster1.xml" Id="R566ee08df23144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e783e4f21b4eb0" /><Relationship Type="http://schemas.openxmlformats.org/officeDocument/2006/relationships/notesMaster" Target="/ppt/notesMasters/notesMaster1.xml" Id="Rb245fae930d74d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58555313e64777" /><Relationship Type="http://schemas.openxmlformats.org/officeDocument/2006/relationships/notesMaster" Target="/ppt/notesMasters/notesMaster1.xml" Id="Red23f5e27aa344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a94a08a38348c2" /><Relationship Type="http://schemas.openxmlformats.org/officeDocument/2006/relationships/notesMaster" Target="/ppt/notesMasters/notesMaster1.xml" Id="Rd073fdfe0f8841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8c92409d6b4022" /><Relationship Type="http://schemas.openxmlformats.org/officeDocument/2006/relationships/notesMaster" Target="/ppt/notesMasters/notesMaster1.xml" Id="R639bea0b83754b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f032a0c33b4599" /><Relationship Type="http://schemas.openxmlformats.org/officeDocument/2006/relationships/notesMaster" Target="/ppt/notesMasters/notesMaster1.xml" Id="R926aad009c6243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eb7406a0764b24" /><Relationship Type="http://schemas.openxmlformats.org/officeDocument/2006/relationships/notesMaster" Target="/ppt/notesMasters/notesMaster1.xml" Id="Ra6f4c7f398fe44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b155bdf1af4247" /><Relationship Type="http://schemas.openxmlformats.org/officeDocument/2006/relationships/notesMaster" Target="/ppt/notesMasters/notesMaster1.xml" Id="R9ccc7068755343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1add4136a14768" /><Relationship Type="http://schemas.openxmlformats.org/officeDocument/2006/relationships/notesMaster" Target="/ppt/notesMasters/notesMaster1.xml" Id="R8a934d95bf084f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8f3cfd1184495c" /><Relationship Type="http://schemas.openxmlformats.org/officeDocument/2006/relationships/notesMaster" Target="/ppt/notesMasters/notesMaster1.xml" Id="R6f5c0a8ccf2b47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c18b6707184e66" /><Relationship Type="http://schemas.openxmlformats.org/officeDocument/2006/relationships/notesMaster" Target="/ppt/notesMasters/notesMaster1.xml" Id="R2bbf9666b662451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72ecff2a1448ce" /><Relationship Type="http://schemas.openxmlformats.org/officeDocument/2006/relationships/notesMaster" Target="/ppt/notesMasters/notesMaster1.xml" Id="Rb6c2834d4d0348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09bd2664c9438e" /><Relationship Type="http://schemas.openxmlformats.org/officeDocument/2006/relationships/notesMaster" Target="/ppt/notesMasters/notesMaster1.xml" Id="Rfed1348076c547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894eebc6e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caaa0d36f4bc4" /><Relationship Type="http://schemas.openxmlformats.org/officeDocument/2006/relationships/slideLayout" Target="/ppt/slideLayouts/slideLayout1.xml" Id="R30dfede308fa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fede308fa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531706e3946b5" /><Relationship Type="http://schemas.openxmlformats.org/officeDocument/2006/relationships/image" Target="/ppt/media/image.png" Id="Rcab8eb19905a40ba" /><Relationship Type="http://schemas.openxmlformats.org/officeDocument/2006/relationships/notesSlide" Target="/ppt/notesSlides/notesSlide1.xml" Id="Rb026085538614c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73819fbd04745" /><Relationship Type="http://schemas.openxmlformats.org/officeDocument/2006/relationships/image" Target="/ppt/media/image2.png" Id="Rc6dc9373452a4d7b" /><Relationship Type="http://schemas.openxmlformats.org/officeDocument/2006/relationships/notesSlide" Target="/ppt/notesSlides/notesSlide2.xml" Id="Re42718e75de94c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893cbeed64074" /><Relationship Type="http://schemas.openxmlformats.org/officeDocument/2006/relationships/image" Target="/ppt/media/image3.png" Id="R3b653d62cd4c4fd3" /><Relationship Type="http://schemas.openxmlformats.org/officeDocument/2006/relationships/notesSlide" Target="/ppt/notesSlides/notesSlide3.xml" Id="R18123b84c7a4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1a69755cf49ef" /><Relationship Type="http://schemas.openxmlformats.org/officeDocument/2006/relationships/image" Target="/ppt/media/image4.png" Id="R703f3b8c9b654b08" /><Relationship Type="http://schemas.openxmlformats.org/officeDocument/2006/relationships/notesSlide" Target="/ppt/notesSlides/notesSlide4.xml" Id="R7ea8d897a7ea4f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40c55caef4824" /><Relationship Type="http://schemas.openxmlformats.org/officeDocument/2006/relationships/image" Target="/ppt/media/image5.png" Id="R936844f2a3884be8" /><Relationship Type="http://schemas.openxmlformats.org/officeDocument/2006/relationships/notesSlide" Target="/ppt/notesSlides/notesSlide5.xml" Id="R5ee3485f97ab4d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e1e01d4694b5c" /><Relationship Type="http://schemas.openxmlformats.org/officeDocument/2006/relationships/image" Target="/ppt/media/image6.png" Id="Ra76cfebe6a3742e2" /><Relationship Type="http://schemas.openxmlformats.org/officeDocument/2006/relationships/notesSlide" Target="/ppt/notesSlides/notesSlide6.xml" Id="Rf282ce1bf9e840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f0b32e574404b" /><Relationship Type="http://schemas.openxmlformats.org/officeDocument/2006/relationships/image" Target="/ppt/media/image7.png" Id="Reac0964fb9314aed" /><Relationship Type="http://schemas.openxmlformats.org/officeDocument/2006/relationships/notesSlide" Target="/ppt/notesSlides/notesSlide7.xml" Id="R8a099c260c754f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7b84feba242dc" /><Relationship Type="http://schemas.openxmlformats.org/officeDocument/2006/relationships/image" Target="/ppt/media/image8.png" Id="R6798c0c40b8a4ef0" /><Relationship Type="http://schemas.openxmlformats.org/officeDocument/2006/relationships/notesSlide" Target="/ppt/notesSlides/notesSlide8.xml" Id="R68b9f363ba6a44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db44e718d4342" /><Relationship Type="http://schemas.openxmlformats.org/officeDocument/2006/relationships/image" Target="/ppt/media/image9.png" Id="R72953487824f4cb5" /><Relationship Type="http://schemas.openxmlformats.org/officeDocument/2006/relationships/notesSlide" Target="/ppt/notesSlides/notesSlide9.xml" Id="R4246cf22829342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a27ba09f34fb7" /><Relationship Type="http://schemas.openxmlformats.org/officeDocument/2006/relationships/image" Target="/ppt/media/image10.png" Id="R98c74d810f314abc" /><Relationship Type="http://schemas.openxmlformats.org/officeDocument/2006/relationships/notesSlide" Target="/ppt/notesSlides/notesSlide10.xml" Id="R3d380a316ab048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b02fea7bf4ccb" /><Relationship Type="http://schemas.openxmlformats.org/officeDocument/2006/relationships/image" Target="/ppt/media/image11.png" Id="Rdb6667019e08439a" /><Relationship Type="http://schemas.openxmlformats.org/officeDocument/2006/relationships/notesSlide" Target="/ppt/notesSlides/notesSlide11.xml" Id="R0e94c6b147f14d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59b8a5e84427a" /><Relationship Type="http://schemas.openxmlformats.org/officeDocument/2006/relationships/image" Target="/ppt/media/image12.png" Id="Rc0d171d307014799" /><Relationship Type="http://schemas.openxmlformats.org/officeDocument/2006/relationships/notesSlide" Target="/ppt/notesSlides/notesSlide12.xml" Id="R2e9a998918bb4f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1663cb0fd44e9" /><Relationship Type="http://schemas.openxmlformats.org/officeDocument/2006/relationships/image" Target="/ppt/media/image13.png" Id="R84085b32c6924c5d" /><Relationship Type="http://schemas.openxmlformats.org/officeDocument/2006/relationships/notesSlide" Target="/ppt/notesSlides/notesSlide13.xml" Id="R909c7c06a37544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70c18986d460e" /><Relationship Type="http://schemas.openxmlformats.org/officeDocument/2006/relationships/image" Target="/ppt/media/image14.png" Id="Rc24ead8678ea42de" /><Relationship Type="http://schemas.openxmlformats.org/officeDocument/2006/relationships/notesSlide" Target="/ppt/notesSlides/notesSlide14.xml" Id="R47c0366df63246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ea9d47b0642d8" /><Relationship Type="http://schemas.openxmlformats.org/officeDocument/2006/relationships/image" Target="/ppt/media/image15.png" Id="R388f98b10c564667" /><Relationship Type="http://schemas.openxmlformats.org/officeDocument/2006/relationships/notesSlide" Target="/ppt/notesSlides/notesSlide15.xml" Id="R5c131c35fcae45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f13070fdb4c22" /><Relationship Type="http://schemas.openxmlformats.org/officeDocument/2006/relationships/image" Target="/ppt/media/image16.png" Id="R7dbc7b740ec94eac" /><Relationship Type="http://schemas.openxmlformats.org/officeDocument/2006/relationships/notesSlide" Target="/ppt/notesSlides/notesSlide16.xml" Id="Rfac32d6fe33b4d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a1620120a4a9f" /><Relationship Type="http://schemas.openxmlformats.org/officeDocument/2006/relationships/image" Target="/ppt/media/image17.png" Id="R539873910f7f4cd5" /><Relationship Type="http://schemas.openxmlformats.org/officeDocument/2006/relationships/notesSlide" Target="/ppt/notesSlides/notesSlide17.xml" Id="R5d32e04e585746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62346a4a94cf8" /><Relationship Type="http://schemas.openxmlformats.org/officeDocument/2006/relationships/image" Target="/ppt/media/image18.png" Id="Rdf4f075a93d642b4" /><Relationship Type="http://schemas.openxmlformats.org/officeDocument/2006/relationships/notesSlide" Target="/ppt/notesSlides/notesSlide18.xml" Id="Rcc074d4cc7e845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52b5b000c4f2a" /><Relationship Type="http://schemas.openxmlformats.org/officeDocument/2006/relationships/image" Target="/ppt/media/image19.png" Id="R02c144d8d66d4fb5" /><Relationship Type="http://schemas.openxmlformats.org/officeDocument/2006/relationships/notesSlide" Target="/ppt/notesSlides/notesSlide19.xml" Id="R602974734c7441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58698269b4e84" /><Relationship Type="http://schemas.openxmlformats.org/officeDocument/2006/relationships/image" Target="/ppt/media/image20.png" Id="Rabd7fd48abb04ddf" /><Relationship Type="http://schemas.openxmlformats.org/officeDocument/2006/relationships/notesSlide" Target="/ppt/notesSlides/notesSlide20.xml" Id="Re4893ae7d27246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22cbe47ad4331" /><Relationship Type="http://schemas.openxmlformats.org/officeDocument/2006/relationships/image" Target="/ppt/media/image21.png" Id="Rfa26908951a147b2" /><Relationship Type="http://schemas.openxmlformats.org/officeDocument/2006/relationships/notesSlide" Target="/ppt/notesSlides/notesSlide21.xml" Id="R8f62f55f7a0c44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8eb19905a40b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6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c9373452a4d7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64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53d62cd4c4fd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21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f3b8c9b654b0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170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844f2a3884be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20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cfebe6a3742e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486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0964fb9314ae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216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8c0c40b8a4ef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440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53487824f4cb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225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74d810f314ab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168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667019e08439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586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171d30701479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073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85b32c6924c5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836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ead8678ea42d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249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f98b10c56466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024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c7b740ec94ea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834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873910f7f4cd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3388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f075a93d642b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690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144d8d66d4fb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05970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7fd48abb04dd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4179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6908951a147b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99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2026-08-10T20:07:25.7000000Z</dcterms:created>
  <dcterms:modified xsi:type="dcterms:W3CDTF">2026-08-10T20:07:25.7000000Z</dcterms:modified>
</coreProperties>
</file>