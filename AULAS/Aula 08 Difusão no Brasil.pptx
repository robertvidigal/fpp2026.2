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82173304b641ff" /><Relationship Type="http://schemas.openxmlformats.org/officeDocument/2006/relationships/extended-properties" Target="/docProps/app.xml" Id="R80634a07a1cb45a0" /><Relationship Type="http://schemas.openxmlformats.org/officeDocument/2006/relationships/officeDocument" Target="/ppt/presentation.xml" Id="R8427ad81e836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0d9d9d4004732"/>
  </p:sldMasterIdLst>
  <p:notesMasterIdLst>
    <p:notesMasterId xmlns:r="http://schemas.openxmlformats.org/officeDocument/2006/relationships" r:id="R80320737ec034fd9"/>
  </p:notesMasterIdLst>
  <p:sldIdLst>
    <p:sldId xmlns:r="http://schemas.openxmlformats.org/officeDocument/2006/relationships" id="256" r:id="Rb062204c45bc4bb7"/>
    <p:sldId xmlns:r="http://schemas.openxmlformats.org/officeDocument/2006/relationships" id="257" r:id="Rd09446cd5e1547d6"/>
    <p:sldId xmlns:r="http://schemas.openxmlformats.org/officeDocument/2006/relationships" id="258" r:id="Rd4d233dc6a5c44d1"/>
    <p:sldId xmlns:r="http://schemas.openxmlformats.org/officeDocument/2006/relationships" id="259" r:id="R86494e015dd84e5a"/>
    <p:sldId xmlns:r="http://schemas.openxmlformats.org/officeDocument/2006/relationships" id="260" r:id="R8d7923b30e5f42e0"/>
    <p:sldId xmlns:r="http://schemas.openxmlformats.org/officeDocument/2006/relationships" id="261" r:id="R0afa76545f704826"/>
    <p:sldId xmlns:r="http://schemas.openxmlformats.org/officeDocument/2006/relationships" id="262" r:id="Rdfed8c8fe08f40c3"/>
    <p:sldId xmlns:r="http://schemas.openxmlformats.org/officeDocument/2006/relationships" id="263" r:id="Rbd894242633f44a2"/>
    <p:sldId xmlns:r="http://schemas.openxmlformats.org/officeDocument/2006/relationships" id="264" r:id="Ra1c7afff2f4f4598"/>
    <p:sldId xmlns:r="http://schemas.openxmlformats.org/officeDocument/2006/relationships" id="265" r:id="R0aa7d847635a489d"/>
    <p:sldId xmlns:r="http://schemas.openxmlformats.org/officeDocument/2006/relationships" id="266" r:id="R3988779608484f8b"/>
    <p:sldId xmlns:r="http://schemas.openxmlformats.org/officeDocument/2006/relationships" id="267" r:id="Rcfbb9107913d4633"/>
    <p:sldId xmlns:r="http://schemas.openxmlformats.org/officeDocument/2006/relationships" id="268" r:id="Rb043efa3ef464db6"/>
    <p:sldId xmlns:r="http://schemas.openxmlformats.org/officeDocument/2006/relationships" id="269" r:id="R8893861bf3574026"/>
    <p:sldId xmlns:r="http://schemas.openxmlformats.org/officeDocument/2006/relationships" id="270" r:id="Rd08bd7a2af9045de"/>
    <p:sldId xmlns:r="http://schemas.openxmlformats.org/officeDocument/2006/relationships" id="271" r:id="Re314f34800db4b46"/>
    <p:sldId xmlns:r="http://schemas.openxmlformats.org/officeDocument/2006/relationships" id="272" r:id="R22399be6a3a744da"/>
    <p:sldId xmlns:r="http://schemas.openxmlformats.org/officeDocument/2006/relationships" id="273" r:id="R5875fcce7d514a2b"/>
    <p:sldId xmlns:r="http://schemas.openxmlformats.org/officeDocument/2006/relationships" id="274" r:id="R1c956929b3954aff"/>
    <p:sldId xmlns:r="http://schemas.openxmlformats.org/officeDocument/2006/relationships" id="275" r:id="Rbc9cbb9a647b424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ef7d4b4ea24983" /><Relationship Type="http://schemas.openxmlformats.org/officeDocument/2006/relationships/slideMaster" Target="/ppt/slideMasters/slideMaster1.xml" Id="R0dd0d9d9d4004732" /><Relationship Type="http://schemas.openxmlformats.org/officeDocument/2006/relationships/notesMaster" Target="/ppt/notesMasters/notesMaster1.xml" Id="R80320737ec034fd9" /><Relationship Type="http://schemas.openxmlformats.org/officeDocument/2006/relationships/presProps" Target="/ppt/presProps.xml" Id="R35e8c4751da24531" /><Relationship Type="http://schemas.openxmlformats.org/officeDocument/2006/relationships/tableStyles" Target="/ppt/tableStyles.xml" Id="R26af299ccdd54077" /><Relationship Type="http://schemas.openxmlformats.org/officeDocument/2006/relationships/slide" Target="/ppt/slides/slide1.xml" Id="Rb062204c45bc4bb7" /><Relationship Type="http://schemas.openxmlformats.org/officeDocument/2006/relationships/slide" Target="/ppt/slides/slide2.xml" Id="Rd09446cd5e1547d6" /><Relationship Type="http://schemas.openxmlformats.org/officeDocument/2006/relationships/slide" Target="/ppt/slides/slide3.xml" Id="Rd4d233dc6a5c44d1" /><Relationship Type="http://schemas.openxmlformats.org/officeDocument/2006/relationships/slide" Target="/ppt/slides/slide4.xml" Id="R86494e015dd84e5a" /><Relationship Type="http://schemas.openxmlformats.org/officeDocument/2006/relationships/slide" Target="/ppt/slides/slide5.xml" Id="R8d7923b30e5f42e0" /><Relationship Type="http://schemas.openxmlformats.org/officeDocument/2006/relationships/slide" Target="/ppt/slides/slide6.xml" Id="R0afa76545f704826" /><Relationship Type="http://schemas.openxmlformats.org/officeDocument/2006/relationships/slide" Target="/ppt/slides/slide7.xml" Id="Rdfed8c8fe08f40c3" /><Relationship Type="http://schemas.openxmlformats.org/officeDocument/2006/relationships/slide" Target="/ppt/slides/slide8.xml" Id="Rbd894242633f44a2" /><Relationship Type="http://schemas.openxmlformats.org/officeDocument/2006/relationships/slide" Target="/ppt/slides/slide9.xml" Id="Ra1c7afff2f4f4598" /><Relationship Type="http://schemas.openxmlformats.org/officeDocument/2006/relationships/slide" Target="/ppt/slides/slide10.xml" Id="R0aa7d847635a489d" /><Relationship Type="http://schemas.openxmlformats.org/officeDocument/2006/relationships/slide" Target="/ppt/slides/slide11.xml" Id="R3988779608484f8b" /><Relationship Type="http://schemas.openxmlformats.org/officeDocument/2006/relationships/slide" Target="/ppt/slides/slide12.xml" Id="Rcfbb9107913d4633" /><Relationship Type="http://schemas.openxmlformats.org/officeDocument/2006/relationships/slide" Target="/ppt/slides/slide13.xml" Id="Rb043efa3ef464db6" /><Relationship Type="http://schemas.openxmlformats.org/officeDocument/2006/relationships/slide" Target="/ppt/slides/slide14.xml" Id="R8893861bf3574026" /><Relationship Type="http://schemas.openxmlformats.org/officeDocument/2006/relationships/slide" Target="/ppt/slides/slide15.xml" Id="Rd08bd7a2af9045de" /><Relationship Type="http://schemas.openxmlformats.org/officeDocument/2006/relationships/slide" Target="/ppt/slides/slide16.xml" Id="Re314f34800db4b46" /><Relationship Type="http://schemas.openxmlformats.org/officeDocument/2006/relationships/slide" Target="/ppt/slides/slide17.xml" Id="R22399be6a3a744da" /><Relationship Type="http://schemas.openxmlformats.org/officeDocument/2006/relationships/slide" Target="/ppt/slides/slide18.xml" Id="R5875fcce7d514a2b" /><Relationship Type="http://schemas.openxmlformats.org/officeDocument/2006/relationships/slide" Target="/ppt/slides/slide19.xml" Id="R1c956929b3954aff" /><Relationship Type="http://schemas.openxmlformats.org/officeDocument/2006/relationships/slide" Target="/ppt/slides/slide20.xml" Id="Rbc9cbb9a647b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d9057c8e4542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3835792144098" /><Relationship Type="http://schemas.openxmlformats.org/officeDocument/2006/relationships/notesMaster" Target="/ppt/notesMasters/notesMaster1.xml" Id="Rfef6c82ae72e46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3050cd9434dbe" /><Relationship Type="http://schemas.openxmlformats.org/officeDocument/2006/relationships/notesMaster" Target="/ppt/notesMasters/notesMaster1.xml" Id="R515acd6873e343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183c9eb574223" /><Relationship Type="http://schemas.openxmlformats.org/officeDocument/2006/relationships/notesMaster" Target="/ppt/notesMasters/notesMaster1.xml" Id="R44d7d6b584784c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598f799a1b41f2" /><Relationship Type="http://schemas.openxmlformats.org/officeDocument/2006/relationships/notesMaster" Target="/ppt/notesMasters/notesMaster1.xml" Id="R5ba3205f028e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0133206094d37" /><Relationship Type="http://schemas.openxmlformats.org/officeDocument/2006/relationships/notesMaster" Target="/ppt/notesMasters/notesMaster1.xml" Id="Rdddefb3a12644b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857c33a1b64fb6" /><Relationship Type="http://schemas.openxmlformats.org/officeDocument/2006/relationships/notesMaster" Target="/ppt/notesMasters/notesMaster1.xml" Id="R485b421d50fa4f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717ea2aeb54d4e" /><Relationship Type="http://schemas.openxmlformats.org/officeDocument/2006/relationships/notesMaster" Target="/ppt/notesMasters/notesMaster1.xml" Id="R47dc70d44ed54b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50f77683974ed1" /><Relationship Type="http://schemas.openxmlformats.org/officeDocument/2006/relationships/notesMaster" Target="/ppt/notesMasters/notesMaster1.xml" Id="R71a41f06a8e2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1407ce26b1415a" /><Relationship Type="http://schemas.openxmlformats.org/officeDocument/2006/relationships/notesMaster" Target="/ppt/notesMasters/notesMaster1.xml" Id="Rdaa833867e1848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e75a7e03a4437d" /><Relationship Type="http://schemas.openxmlformats.org/officeDocument/2006/relationships/notesMaster" Target="/ppt/notesMasters/notesMaster1.xml" Id="R0f7211caf6754a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685e21d3904383" /><Relationship Type="http://schemas.openxmlformats.org/officeDocument/2006/relationships/notesMaster" Target="/ppt/notesMasters/notesMaster1.xml" Id="R66d843ff75b741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bffcd94fba4ce2" /><Relationship Type="http://schemas.openxmlformats.org/officeDocument/2006/relationships/notesMaster" Target="/ppt/notesMasters/notesMaster1.xml" Id="R5aa0c6c9809c43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76fae4f2f04f5b" /><Relationship Type="http://schemas.openxmlformats.org/officeDocument/2006/relationships/notesMaster" Target="/ppt/notesMasters/notesMaster1.xml" Id="R817b6de6de744d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a24712668640d9" /><Relationship Type="http://schemas.openxmlformats.org/officeDocument/2006/relationships/notesMaster" Target="/ppt/notesMasters/notesMaster1.xml" Id="Rdd922dc28ee34d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c4d4f9b9914b14" /><Relationship Type="http://schemas.openxmlformats.org/officeDocument/2006/relationships/notesMaster" Target="/ppt/notesMasters/notesMaster1.xml" Id="R3c659b5494b84c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733f4fb73d4a33" /><Relationship Type="http://schemas.openxmlformats.org/officeDocument/2006/relationships/notesMaster" Target="/ppt/notesMasters/notesMaster1.xml" Id="R0191479750b442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b2f40eb89649e1" /><Relationship Type="http://schemas.openxmlformats.org/officeDocument/2006/relationships/notesMaster" Target="/ppt/notesMasters/notesMaster1.xml" Id="R40df25aeb16f42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03da7a7a5946e8" /><Relationship Type="http://schemas.openxmlformats.org/officeDocument/2006/relationships/notesMaster" Target="/ppt/notesMasters/notesMaster1.xml" Id="R91d6b4bb8c674db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f51b22916c4134" /><Relationship Type="http://schemas.openxmlformats.org/officeDocument/2006/relationships/notesMaster" Target="/ppt/notesMasters/notesMaster1.xml" Id="R4db6b766d50a4e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84cacd54564400" /><Relationship Type="http://schemas.openxmlformats.org/officeDocument/2006/relationships/notesMaster" Target="/ppt/notesMasters/notesMaster1.xml" Id="R7f0c4de1562c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072e77b1e48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52d66f6834446" /><Relationship Type="http://schemas.openxmlformats.org/officeDocument/2006/relationships/slideLayout" Target="/ppt/slideLayouts/slideLayout1.xml" Id="Re77dcaf539524e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dcaf539524e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63f49ebc4625" /><Relationship Type="http://schemas.openxmlformats.org/officeDocument/2006/relationships/image" Target="/ppt/media/image.png" Id="Rd90680a17c2e40c5" /><Relationship Type="http://schemas.openxmlformats.org/officeDocument/2006/relationships/notesSlide" Target="/ppt/notesSlides/notesSlide1.xml" Id="R4d14a9ebe82b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58a9295504ec1" /><Relationship Type="http://schemas.openxmlformats.org/officeDocument/2006/relationships/image" Target="/ppt/media/image2.png" Id="R7459036a89d5474f" /><Relationship Type="http://schemas.openxmlformats.org/officeDocument/2006/relationships/notesSlide" Target="/ppt/notesSlides/notesSlide2.xml" Id="R4d79ee6513544c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973b30b2d48e6" /><Relationship Type="http://schemas.openxmlformats.org/officeDocument/2006/relationships/image" Target="/ppt/media/image3.png" Id="R98047f5bbe0b461e" /><Relationship Type="http://schemas.openxmlformats.org/officeDocument/2006/relationships/notesSlide" Target="/ppt/notesSlides/notesSlide3.xml" Id="Rbfc166afc22343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a13c310c24727" /><Relationship Type="http://schemas.openxmlformats.org/officeDocument/2006/relationships/image" Target="/ppt/media/image4.png" Id="R12eb4c7c057a488b" /><Relationship Type="http://schemas.openxmlformats.org/officeDocument/2006/relationships/notesSlide" Target="/ppt/notesSlides/notesSlide4.xml" Id="R89ee043657ff4e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3260859a34215" /><Relationship Type="http://schemas.openxmlformats.org/officeDocument/2006/relationships/image" Target="/ppt/media/image5.png" Id="R87bbfb3bca0d473e" /><Relationship Type="http://schemas.openxmlformats.org/officeDocument/2006/relationships/notesSlide" Target="/ppt/notesSlides/notesSlide5.xml" Id="R8dc475c6d378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c6ff10abf4bb4" /><Relationship Type="http://schemas.openxmlformats.org/officeDocument/2006/relationships/image" Target="/ppt/media/image6.png" Id="Rac4596a09de94eff" /><Relationship Type="http://schemas.openxmlformats.org/officeDocument/2006/relationships/notesSlide" Target="/ppt/notesSlides/notesSlide6.xml" Id="R6d5a80a27644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030c289514d3d" /><Relationship Type="http://schemas.openxmlformats.org/officeDocument/2006/relationships/image" Target="/ppt/media/image7.png" Id="Ra9132bd04c754d2a" /><Relationship Type="http://schemas.openxmlformats.org/officeDocument/2006/relationships/notesSlide" Target="/ppt/notesSlides/notesSlide7.xml" Id="R229beb8be37043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71e2866c54a0d" /><Relationship Type="http://schemas.openxmlformats.org/officeDocument/2006/relationships/image" Target="/ppt/media/image8.png" Id="R1fc70b77cba24a99" /><Relationship Type="http://schemas.openxmlformats.org/officeDocument/2006/relationships/notesSlide" Target="/ppt/notesSlides/notesSlide8.xml" Id="Rbb807f24ede545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aeb55f4cd4561" /><Relationship Type="http://schemas.openxmlformats.org/officeDocument/2006/relationships/image" Target="/ppt/media/image9.png" Id="R74beca8e33bb4575" /><Relationship Type="http://schemas.openxmlformats.org/officeDocument/2006/relationships/notesSlide" Target="/ppt/notesSlides/notesSlide9.xml" Id="R0c940dac89904c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df7f0b5be439c" /><Relationship Type="http://schemas.openxmlformats.org/officeDocument/2006/relationships/image" Target="/ppt/media/image10.png" Id="R8a9d208c160047b3" /><Relationship Type="http://schemas.openxmlformats.org/officeDocument/2006/relationships/notesSlide" Target="/ppt/notesSlides/notesSlide10.xml" Id="R95874a7d561043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0583a40a84ec5" /><Relationship Type="http://schemas.openxmlformats.org/officeDocument/2006/relationships/image" Target="/ppt/media/image11.png" Id="R1f8d4215ee014039" /><Relationship Type="http://schemas.openxmlformats.org/officeDocument/2006/relationships/notesSlide" Target="/ppt/notesSlides/notesSlide11.xml" Id="R51525b47567549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04bd86bd94b81" /><Relationship Type="http://schemas.openxmlformats.org/officeDocument/2006/relationships/image" Target="/ppt/media/image12.png" Id="R971b4f20b6e1436d" /><Relationship Type="http://schemas.openxmlformats.org/officeDocument/2006/relationships/notesSlide" Target="/ppt/notesSlides/notesSlide12.xml" Id="Rc8036dc4298a4f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bb4097a29454e" /><Relationship Type="http://schemas.openxmlformats.org/officeDocument/2006/relationships/image" Target="/ppt/media/image13.png" Id="Rf20ca46b69b14c6d" /><Relationship Type="http://schemas.openxmlformats.org/officeDocument/2006/relationships/notesSlide" Target="/ppt/notesSlides/notesSlide13.xml" Id="R7801aec696fc4c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d45fda67a4333" /><Relationship Type="http://schemas.openxmlformats.org/officeDocument/2006/relationships/image" Target="/ppt/media/image14.png" Id="R931ba139bd954dbb" /><Relationship Type="http://schemas.openxmlformats.org/officeDocument/2006/relationships/notesSlide" Target="/ppt/notesSlides/notesSlide14.xml" Id="R8906d3d132fb4c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b8b19ef3e4057" /><Relationship Type="http://schemas.openxmlformats.org/officeDocument/2006/relationships/image" Target="/ppt/media/image15.png" Id="Ra26ec6eed6ef4539" /><Relationship Type="http://schemas.openxmlformats.org/officeDocument/2006/relationships/notesSlide" Target="/ppt/notesSlides/notesSlide15.xml" Id="Rf27793798a8b44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a74a8a21d4358" /><Relationship Type="http://schemas.openxmlformats.org/officeDocument/2006/relationships/image" Target="/ppt/media/image16.png" Id="R402e19c33deb4a36" /><Relationship Type="http://schemas.openxmlformats.org/officeDocument/2006/relationships/notesSlide" Target="/ppt/notesSlides/notesSlide16.xml" Id="Rdc56b0f8728544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969fd45a04996" /><Relationship Type="http://schemas.openxmlformats.org/officeDocument/2006/relationships/image" Target="/ppt/media/image17.png" Id="Rc0d7989f035d4b55" /><Relationship Type="http://schemas.openxmlformats.org/officeDocument/2006/relationships/notesSlide" Target="/ppt/notesSlides/notesSlide17.xml" Id="R9e29390674d348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2da23560d4665" /><Relationship Type="http://schemas.openxmlformats.org/officeDocument/2006/relationships/image" Target="/ppt/media/image18.png" Id="R57addb775a2d4eff" /><Relationship Type="http://schemas.openxmlformats.org/officeDocument/2006/relationships/notesSlide" Target="/ppt/notesSlides/notesSlide18.xml" Id="R7316e0212cbe44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b143f9b694252" /><Relationship Type="http://schemas.openxmlformats.org/officeDocument/2006/relationships/image" Target="/ppt/media/image19.png" Id="R4f0e2416c9c84699" /><Relationship Type="http://schemas.openxmlformats.org/officeDocument/2006/relationships/notesSlide" Target="/ppt/notesSlides/notesSlide19.xml" Id="R7545d34155cb40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8640216ee4f5e" /><Relationship Type="http://schemas.openxmlformats.org/officeDocument/2006/relationships/image" Target="/ppt/media/image20.png" Id="R9a0d9f95b3fd4360" /><Relationship Type="http://schemas.openxmlformats.org/officeDocument/2006/relationships/notesSlide" Target="/ppt/notesSlides/notesSlide20.xml" Id="R32b3e88898a14f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680a17c2e40c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26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9036a89d5474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635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47f5bbe0b461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4144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b4c7c057a488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124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bfb3bca0d473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425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596a09de94ef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479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132bd04c754d2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030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70b77cba24a9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848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eca8e33bb457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93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208c160047b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413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d4215ee01403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479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b4f20b6e1436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8372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ca46b69b14c6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904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ba139bd954db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481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ec6eed6ef453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204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e19c33deb4a3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276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7989f035d4b5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643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ddb775a2d4ef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7115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e2416c9c8469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99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d9f95b3fd436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29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2026-08-10T20:07:25.8560000Z</dcterms:created>
  <dcterms:modified xsi:type="dcterms:W3CDTF">2026-08-10T20:07:25.8560000Z</dcterms:modified>
</coreProperties>
</file>