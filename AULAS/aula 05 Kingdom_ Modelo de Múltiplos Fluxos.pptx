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d144add97542d4" /><Relationship Type="http://schemas.openxmlformats.org/officeDocument/2006/relationships/extended-properties" Target="/docProps/app.xml" Id="R7b2e191084df4e59" /><Relationship Type="http://schemas.openxmlformats.org/officeDocument/2006/relationships/officeDocument" Target="/ppt/presentation.xml" Id="R635c283a6ca54c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ffcc7765b4b95"/>
  </p:sldMasterIdLst>
  <p:notesMasterIdLst>
    <p:notesMasterId xmlns:r="http://schemas.openxmlformats.org/officeDocument/2006/relationships" r:id="R15928a92ddea49e8"/>
  </p:notesMasterIdLst>
  <p:sldIdLst>
    <p:sldId xmlns:r="http://schemas.openxmlformats.org/officeDocument/2006/relationships" id="256" r:id="Rff8f0c78f91e4dd7"/>
    <p:sldId xmlns:r="http://schemas.openxmlformats.org/officeDocument/2006/relationships" id="257" r:id="Rc7e491591c184da6"/>
    <p:sldId xmlns:r="http://schemas.openxmlformats.org/officeDocument/2006/relationships" id="258" r:id="Rdc56a97443f14aad"/>
    <p:sldId xmlns:r="http://schemas.openxmlformats.org/officeDocument/2006/relationships" id="259" r:id="R00954054686b41f9"/>
    <p:sldId xmlns:r="http://schemas.openxmlformats.org/officeDocument/2006/relationships" id="260" r:id="R88a4ffe9966d416c"/>
    <p:sldId xmlns:r="http://schemas.openxmlformats.org/officeDocument/2006/relationships" id="261" r:id="R5fa08114958440f1"/>
    <p:sldId xmlns:r="http://schemas.openxmlformats.org/officeDocument/2006/relationships" id="262" r:id="Rd93653c6f98b43ee"/>
    <p:sldId xmlns:r="http://schemas.openxmlformats.org/officeDocument/2006/relationships" id="263" r:id="Re657c18e9d104fb9"/>
    <p:sldId xmlns:r="http://schemas.openxmlformats.org/officeDocument/2006/relationships" id="264" r:id="R2db2b9e56cd544ce"/>
    <p:sldId xmlns:r="http://schemas.openxmlformats.org/officeDocument/2006/relationships" id="265" r:id="R5f0f04c4d55d4a7f"/>
    <p:sldId xmlns:r="http://schemas.openxmlformats.org/officeDocument/2006/relationships" id="266" r:id="Rcbbc10df9c37460f"/>
    <p:sldId xmlns:r="http://schemas.openxmlformats.org/officeDocument/2006/relationships" id="267" r:id="Rdb2f747a1a504984"/>
    <p:sldId xmlns:r="http://schemas.openxmlformats.org/officeDocument/2006/relationships" id="268" r:id="Rd982400cc63940e2"/>
    <p:sldId xmlns:r="http://schemas.openxmlformats.org/officeDocument/2006/relationships" id="269" r:id="R1c3694d8ed9a49aa"/>
    <p:sldId xmlns:r="http://schemas.openxmlformats.org/officeDocument/2006/relationships" id="270" r:id="Ra27155a81abe4fff"/>
    <p:sldId xmlns:r="http://schemas.openxmlformats.org/officeDocument/2006/relationships" id="271" r:id="R9e036d971770464e"/>
    <p:sldId xmlns:r="http://schemas.openxmlformats.org/officeDocument/2006/relationships" id="272" r:id="R9023bd45df46409c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506e16976e4125" /><Relationship Type="http://schemas.openxmlformats.org/officeDocument/2006/relationships/slideMaster" Target="/ppt/slideMasters/slideMaster1.xml" Id="R4dbffcc7765b4b95" /><Relationship Type="http://schemas.openxmlformats.org/officeDocument/2006/relationships/notesMaster" Target="/ppt/notesMasters/notesMaster1.xml" Id="R15928a92ddea49e8" /><Relationship Type="http://schemas.openxmlformats.org/officeDocument/2006/relationships/presProps" Target="/ppt/presProps.xml" Id="R513a6b0cfcbd413a" /><Relationship Type="http://schemas.openxmlformats.org/officeDocument/2006/relationships/tableStyles" Target="/ppt/tableStyles.xml" Id="R5bd7b9ef2bc54fdb" /><Relationship Type="http://schemas.openxmlformats.org/officeDocument/2006/relationships/slide" Target="/ppt/slides/slide1.xml" Id="Rff8f0c78f91e4dd7" /><Relationship Type="http://schemas.openxmlformats.org/officeDocument/2006/relationships/slide" Target="/ppt/slides/slide2.xml" Id="Rc7e491591c184da6" /><Relationship Type="http://schemas.openxmlformats.org/officeDocument/2006/relationships/slide" Target="/ppt/slides/slide3.xml" Id="Rdc56a97443f14aad" /><Relationship Type="http://schemas.openxmlformats.org/officeDocument/2006/relationships/slide" Target="/ppt/slides/slide4.xml" Id="R00954054686b41f9" /><Relationship Type="http://schemas.openxmlformats.org/officeDocument/2006/relationships/slide" Target="/ppt/slides/slide5.xml" Id="R88a4ffe9966d416c" /><Relationship Type="http://schemas.openxmlformats.org/officeDocument/2006/relationships/slide" Target="/ppt/slides/slide6.xml" Id="R5fa08114958440f1" /><Relationship Type="http://schemas.openxmlformats.org/officeDocument/2006/relationships/slide" Target="/ppt/slides/slide7.xml" Id="Rd93653c6f98b43ee" /><Relationship Type="http://schemas.openxmlformats.org/officeDocument/2006/relationships/slide" Target="/ppt/slides/slide8.xml" Id="Re657c18e9d104fb9" /><Relationship Type="http://schemas.openxmlformats.org/officeDocument/2006/relationships/slide" Target="/ppt/slides/slide9.xml" Id="R2db2b9e56cd544ce" /><Relationship Type="http://schemas.openxmlformats.org/officeDocument/2006/relationships/slide" Target="/ppt/slides/slide10.xml" Id="R5f0f04c4d55d4a7f" /><Relationship Type="http://schemas.openxmlformats.org/officeDocument/2006/relationships/slide" Target="/ppt/slides/slide11.xml" Id="Rcbbc10df9c37460f" /><Relationship Type="http://schemas.openxmlformats.org/officeDocument/2006/relationships/slide" Target="/ppt/slides/slide12.xml" Id="Rdb2f747a1a504984" /><Relationship Type="http://schemas.openxmlformats.org/officeDocument/2006/relationships/slide" Target="/ppt/slides/slide13.xml" Id="Rd982400cc63940e2" /><Relationship Type="http://schemas.openxmlformats.org/officeDocument/2006/relationships/slide" Target="/ppt/slides/slide14.xml" Id="R1c3694d8ed9a49aa" /><Relationship Type="http://schemas.openxmlformats.org/officeDocument/2006/relationships/slide" Target="/ppt/slides/slide15.xml" Id="Ra27155a81abe4fff" /><Relationship Type="http://schemas.openxmlformats.org/officeDocument/2006/relationships/slide" Target="/ppt/slides/slide16.xml" Id="R9e036d971770464e" /><Relationship Type="http://schemas.openxmlformats.org/officeDocument/2006/relationships/slide" Target="/ppt/slides/slide17.xml" Id="R9023bd45df4640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ca987e9ab44a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395878f3054629" /><Relationship Type="http://schemas.openxmlformats.org/officeDocument/2006/relationships/notesMaster" Target="/ppt/notesMasters/notesMaster1.xml" Id="R0ba46036484a47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7d362a8afe465e" /><Relationship Type="http://schemas.openxmlformats.org/officeDocument/2006/relationships/notesMaster" Target="/ppt/notesMasters/notesMaster1.xml" Id="R19d9825c31294d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2afa9466a54274" /><Relationship Type="http://schemas.openxmlformats.org/officeDocument/2006/relationships/notesMaster" Target="/ppt/notesMasters/notesMaster1.xml" Id="R3346a0a8cb7446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da794b51b4367" /><Relationship Type="http://schemas.openxmlformats.org/officeDocument/2006/relationships/notesMaster" Target="/ppt/notesMasters/notesMaster1.xml" Id="Rce56de4654bd4b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48d0f512474159" /><Relationship Type="http://schemas.openxmlformats.org/officeDocument/2006/relationships/notesMaster" Target="/ppt/notesMasters/notesMaster1.xml" Id="R77ca41a0ca1940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5169798ec04599" /><Relationship Type="http://schemas.openxmlformats.org/officeDocument/2006/relationships/notesMaster" Target="/ppt/notesMasters/notesMaster1.xml" Id="R1a86c58412be48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ec769ffe644dc4" /><Relationship Type="http://schemas.openxmlformats.org/officeDocument/2006/relationships/notesMaster" Target="/ppt/notesMasters/notesMaster1.xml" Id="R721a600763c44d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a1dbe3b319418e" /><Relationship Type="http://schemas.openxmlformats.org/officeDocument/2006/relationships/notesMaster" Target="/ppt/notesMasters/notesMaster1.xml" Id="R603a1a9ed9684c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c2b568542344ef" /><Relationship Type="http://schemas.openxmlformats.org/officeDocument/2006/relationships/notesMaster" Target="/ppt/notesMasters/notesMaster1.xml" Id="R16f83f7bb2ab49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cc4309ac0740bf" /><Relationship Type="http://schemas.openxmlformats.org/officeDocument/2006/relationships/notesMaster" Target="/ppt/notesMasters/notesMaster1.xml" Id="R081e5afd98a640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aa933b6a1b4bff" /><Relationship Type="http://schemas.openxmlformats.org/officeDocument/2006/relationships/notesMaster" Target="/ppt/notesMasters/notesMaster1.xml" Id="R40d016ffc28149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46c9da0c2f4de0" /><Relationship Type="http://schemas.openxmlformats.org/officeDocument/2006/relationships/notesMaster" Target="/ppt/notesMasters/notesMaster1.xml" Id="R45370eea1c1f46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7f50306acf4a51" /><Relationship Type="http://schemas.openxmlformats.org/officeDocument/2006/relationships/notesMaster" Target="/ppt/notesMasters/notesMaster1.xml" Id="Rc2f6fdf2813749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c0f88cd9674a97" /><Relationship Type="http://schemas.openxmlformats.org/officeDocument/2006/relationships/notesMaster" Target="/ppt/notesMasters/notesMaster1.xml" Id="R1b20f96ede6845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cf72a920dc4eab" /><Relationship Type="http://schemas.openxmlformats.org/officeDocument/2006/relationships/notesMaster" Target="/ppt/notesMasters/notesMaster1.xml" Id="R996ec24b838a4c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1c5911f6fc45f9" /><Relationship Type="http://schemas.openxmlformats.org/officeDocument/2006/relationships/notesMaster" Target="/ppt/notesMasters/notesMaster1.xml" Id="Rb2797d05c74647f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498e55c82c4c62" /><Relationship Type="http://schemas.openxmlformats.org/officeDocument/2006/relationships/notesMaster" Target="/ppt/notesMasters/notesMaster1.xml" Id="Rb6a52e5a439841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b25b382dd4d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da17f3a247401d" /><Relationship Type="http://schemas.openxmlformats.org/officeDocument/2006/relationships/slideLayout" Target="/ppt/slideLayouts/slideLayout1.xml" Id="R8bf0bc50444c45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f0bc50444c45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52a4733434f1f" /><Relationship Type="http://schemas.openxmlformats.org/officeDocument/2006/relationships/image" Target="/ppt/media/image.png" Id="R0c92cbcdd6f3436d" /><Relationship Type="http://schemas.openxmlformats.org/officeDocument/2006/relationships/notesSlide" Target="/ppt/notesSlides/notesSlide1.xml" Id="R1bf772f052514e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af17fce23495c" /><Relationship Type="http://schemas.openxmlformats.org/officeDocument/2006/relationships/image" Target="/ppt/media/image2.png" Id="R7b1365dc5f3d4f03" /><Relationship Type="http://schemas.openxmlformats.org/officeDocument/2006/relationships/notesSlide" Target="/ppt/notesSlides/notesSlide2.xml" Id="Rf0299e01f4c844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0de7de2534d1c" /><Relationship Type="http://schemas.openxmlformats.org/officeDocument/2006/relationships/image" Target="/ppt/media/image3.png" Id="R542e342ac4994009" /><Relationship Type="http://schemas.openxmlformats.org/officeDocument/2006/relationships/notesSlide" Target="/ppt/notesSlides/notesSlide3.xml" Id="R10264042983842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013503a484f22" /><Relationship Type="http://schemas.openxmlformats.org/officeDocument/2006/relationships/image" Target="/ppt/media/image4.png" Id="Reb6f648dbc1e47e5" /><Relationship Type="http://schemas.openxmlformats.org/officeDocument/2006/relationships/notesSlide" Target="/ppt/notesSlides/notesSlide4.xml" Id="Rbab6ba6c01544a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a6c8644a24768" /><Relationship Type="http://schemas.openxmlformats.org/officeDocument/2006/relationships/image" Target="/ppt/media/image5.png" Id="R6cfdc1d17a5c47bd" /><Relationship Type="http://schemas.openxmlformats.org/officeDocument/2006/relationships/notesSlide" Target="/ppt/notesSlides/notesSlide5.xml" Id="Ra38bf58e8c104c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b53ce275b4b41" /><Relationship Type="http://schemas.openxmlformats.org/officeDocument/2006/relationships/image" Target="/ppt/media/image6.png" Id="Rfdf019787e954bbb" /><Relationship Type="http://schemas.openxmlformats.org/officeDocument/2006/relationships/notesSlide" Target="/ppt/notesSlides/notesSlide6.xml" Id="R891bb55bc4614b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802e30e314fa6" /><Relationship Type="http://schemas.openxmlformats.org/officeDocument/2006/relationships/image" Target="/ppt/media/image7.png" Id="Rdb0a61a6bb324961" /><Relationship Type="http://schemas.openxmlformats.org/officeDocument/2006/relationships/notesSlide" Target="/ppt/notesSlides/notesSlide7.xml" Id="R477e2d8d6e344a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ca2895e7f41bc" /><Relationship Type="http://schemas.openxmlformats.org/officeDocument/2006/relationships/image" Target="/ppt/media/image8.png" Id="R0cf1f6517d8c421f" /><Relationship Type="http://schemas.openxmlformats.org/officeDocument/2006/relationships/notesSlide" Target="/ppt/notesSlides/notesSlide8.xml" Id="R4592519a2cf949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9eba332e747f7" /><Relationship Type="http://schemas.openxmlformats.org/officeDocument/2006/relationships/image" Target="/ppt/media/image9.png" Id="R3d38844d81414496" /><Relationship Type="http://schemas.openxmlformats.org/officeDocument/2006/relationships/notesSlide" Target="/ppt/notesSlides/notesSlide9.xml" Id="Ref2186b5a08f43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01a707fad41cc" /><Relationship Type="http://schemas.openxmlformats.org/officeDocument/2006/relationships/image" Target="/ppt/media/image10.png" Id="Ra67bf69b11244c0b" /><Relationship Type="http://schemas.openxmlformats.org/officeDocument/2006/relationships/notesSlide" Target="/ppt/notesSlides/notesSlide10.xml" Id="Reb4daa448b2f4a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ec2869f3e4a5a" /><Relationship Type="http://schemas.openxmlformats.org/officeDocument/2006/relationships/image" Target="/ppt/media/image11.png" Id="R3e80db7718744cc0" /><Relationship Type="http://schemas.openxmlformats.org/officeDocument/2006/relationships/notesSlide" Target="/ppt/notesSlides/notesSlide11.xml" Id="R2d7c77928ab949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98ff56d874edd" /><Relationship Type="http://schemas.openxmlformats.org/officeDocument/2006/relationships/image" Target="/ppt/media/image12.png" Id="Rd366fd6c3c4b4f23" /><Relationship Type="http://schemas.openxmlformats.org/officeDocument/2006/relationships/notesSlide" Target="/ppt/notesSlides/notesSlide12.xml" Id="R81de77d4ecad40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b082ca8bb484f" /><Relationship Type="http://schemas.openxmlformats.org/officeDocument/2006/relationships/image" Target="/ppt/media/image13.png" Id="R6e1007050d4e4a38" /><Relationship Type="http://schemas.openxmlformats.org/officeDocument/2006/relationships/notesSlide" Target="/ppt/notesSlides/notesSlide13.xml" Id="R77765b9570ce4c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aaf2e10364b7f" /><Relationship Type="http://schemas.openxmlformats.org/officeDocument/2006/relationships/image" Target="/ppt/media/image14.png" Id="Rf12177e70a124ba8" /><Relationship Type="http://schemas.openxmlformats.org/officeDocument/2006/relationships/notesSlide" Target="/ppt/notesSlides/notesSlide14.xml" Id="R1841b87a3b1546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7daf94e514601" /><Relationship Type="http://schemas.openxmlformats.org/officeDocument/2006/relationships/image" Target="/ppt/media/image15.png" Id="R7f704d7b271041e8" /><Relationship Type="http://schemas.openxmlformats.org/officeDocument/2006/relationships/notesSlide" Target="/ppt/notesSlides/notesSlide15.xml" Id="R30ca93ed98bf44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9c9aa050b4a68" /><Relationship Type="http://schemas.openxmlformats.org/officeDocument/2006/relationships/image" Target="/ppt/media/image16.png" Id="R00dadcfed4ce4923" /><Relationship Type="http://schemas.openxmlformats.org/officeDocument/2006/relationships/notesSlide" Target="/ppt/notesSlides/notesSlide16.xml" Id="Ra3e7fe03b62149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683c52bc4252" /><Relationship Type="http://schemas.openxmlformats.org/officeDocument/2006/relationships/image" Target="/ppt/media/image17.png" Id="R05db56d9b6a442fa" /><Relationship Type="http://schemas.openxmlformats.org/officeDocument/2006/relationships/notesSlide" Target="/ppt/notesSlides/notesSlide17.xml" Id="Rc42d5688f2c145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2cbcdd6f3436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327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365dc5f3d4f0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702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e342ac499400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991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f648dbc1e47e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34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dc1d17a5c47b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829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019787e954bb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5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a61a6bb32496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471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1f6517d8c421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287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8844d8141449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815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bf69b11244c0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787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0db7718744cc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7167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6fd6c3c4b4f2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0679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007050d4e4a3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296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177e70a124ba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988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04d7b271041e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349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adcfed4ce492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437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b56d9b6a442f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9816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2026-08-10T20:07:26.3210000Z</dcterms:created>
  <dcterms:modified xsi:type="dcterms:W3CDTF">2026-08-10T20:07:26.3210000Z</dcterms:modified>
</coreProperties>
</file>