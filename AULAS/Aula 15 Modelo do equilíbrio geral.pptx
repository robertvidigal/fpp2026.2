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fbf867988364cc9" /><Relationship Type="http://schemas.openxmlformats.org/officeDocument/2006/relationships/extended-properties" Target="/docProps/app.xml" Id="Re3b289ebb7cf4dd0" /><Relationship Type="http://schemas.openxmlformats.org/officeDocument/2006/relationships/officeDocument" Target="/ppt/presentation.xml" Id="R39e4ad0464f348a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bdee8d654374608"/>
  </p:sldMasterIdLst>
  <p:notesMasterIdLst>
    <p:notesMasterId xmlns:r="http://schemas.openxmlformats.org/officeDocument/2006/relationships" r:id="R061c2424d01a417e"/>
  </p:notesMasterIdLst>
  <p:sldIdLst>
    <p:sldId xmlns:r="http://schemas.openxmlformats.org/officeDocument/2006/relationships" id="256" r:id="Rf780a1520a754bc5"/>
    <p:sldId xmlns:r="http://schemas.openxmlformats.org/officeDocument/2006/relationships" id="257" r:id="Rd66b922dc6c94d59"/>
    <p:sldId xmlns:r="http://schemas.openxmlformats.org/officeDocument/2006/relationships" id="258" r:id="R9f15768eaf6a4966"/>
    <p:sldId xmlns:r="http://schemas.openxmlformats.org/officeDocument/2006/relationships" id="259" r:id="R51afaf6c3b7149c3"/>
    <p:sldId xmlns:r="http://schemas.openxmlformats.org/officeDocument/2006/relationships" id="260" r:id="R28d6535777ce44ee"/>
    <p:sldId xmlns:r="http://schemas.openxmlformats.org/officeDocument/2006/relationships" id="261" r:id="Rd711ec9e5f814797"/>
    <p:sldId xmlns:r="http://schemas.openxmlformats.org/officeDocument/2006/relationships" id="262" r:id="Ra8e46d7354914d54"/>
    <p:sldId xmlns:r="http://schemas.openxmlformats.org/officeDocument/2006/relationships" id="263" r:id="Reea9ac0e2250462c"/>
    <p:sldId xmlns:r="http://schemas.openxmlformats.org/officeDocument/2006/relationships" id="264" r:id="Reb1815e1b0ef4b83"/>
    <p:sldId xmlns:r="http://schemas.openxmlformats.org/officeDocument/2006/relationships" id="265" r:id="R8e75c7c436cc4b3c"/>
    <p:sldId xmlns:r="http://schemas.openxmlformats.org/officeDocument/2006/relationships" id="266" r:id="R6e94843a77b44a5e"/>
    <p:sldId xmlns:r="http://schemas.openxmlformats.org/officeDocument/2006/relationships" id="267" r:id="R3a1d71a561ae473e"/>
    <p:sldId xmlns:r="http://schemas.openxmlformats.org/officeDocument/2006/relationships" id="268" r:id="R23f3eafa53404f0d"/>
    <p:sldId xmlns:r="http://schemas.openxmlformats.org/officeDocument/2006/relationships" id="269" r:id="R4056e755d2c34cc3"/>
    <p:sldId xmlns:r="http://schemas.openxmlformats.org/officeDocument/2006/relationships" id="270" r:id="Reb100b5434b044b2"/>
    <p:sldId xmlns:r="http://schemas.openxmlformats.org/officeDocument/2006/relationships" id="271" r:id="R67436054e426465c"/>
    <p:sldId xmlns:r="http://schemas.openxmlformats.org/officeDocument/2006/relationships" id="272" r:id="R7ba6147aeba748c6"/>
    <p:sldId xmlns:r="http://schemas.openxmlformats.org/officeDocument/2006/relationships" id="273" r:id="Rbb24c875424a479d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db8415e68a04338" /><Relationship Type="http://schemas.openxmlformats.org/officeDocument/2006/relationships/slideMaster" Target="/ppt/slideMasters/slideMaster1.xml" Id="R5bdee8d654374608" /><Relationship Type="http://schemas.openxmlformats.org/officeDocument/2006/relationships/notesMaster" Target="/ppt/notesMasters/notesMaster1.xml" Id="R061c2424d01a417e" /><Relationship Type="http://schemas.openxmlformats.org/officeDocument/2006/relationships/presProps" Target="/ppt/presProps.xml" Id="R304543e98eba4024" /><Relationship Type="http://schemas.openxmlformats.org/officeDocument/2006/relationships/tableStyles" Target="/ppt/tableStyles.xml" Id="Rc64c68e32f284c21" /><Relationship Type="http://schemas.openxmlformats.org/officeDocument/2006/relationships/slide" Target="/ppt/slides/slide1.xml" Id="Rf780a1520a754bc5" /><Relationship Type="http://schemas.openxmlformats.org/officeDocument/2006/relationships/slide" Target="/ppt/slides/slide2.xml" Id="Rd66b922dc6c94d59" /><Relationship Type="http://schemas.openxmlformats.org/officeDocument/2006/relationships/slide" Target="/ppt/slides/slide3.xml" Id="R9f15768eaf6a4966" /><Relationship Type="http://schemas.openxmlformats.org/officeDocument/2006/relationships/slide" Target="/ppt/slides/slide4.xml" Id="R51afaf6c3b7149c3" /><Relationship Type="http://schemas.openxmlformats.org/officeDocument/2006/relationships/slide" Target="/ppt/slides/slide5.xml" Id="R28d6535777ce44ee" /><Relationship Type="http://schemas.openxmlformats.org/officeDocument/2006/relationships/slide" Target="/ppt/slides/slide6.xml" Id="Rd711ec9e5f814797" /><Relationship Type="http://schemas.openxmlformats.org/officeDocument/2006/relationships/slide" Target="/ppt/slides/slide7.xml" Id="Ra8e46d7354914d54" /><Relationship Type="http://schemas.openxmlformats.org/officeDocument/2006/relationships/slide" Target="/ppt/slides/slide8.xml" Id="Reea9ac0e2250462c" /><Relationship Type="http://schemas.openxmlformats.org/officeDocument/2006/relationships/slide" Target="/ppt/slides/slide9.xml" Id="Reb1815e1b0ef4b83" /><Relationship Type="http://schemas.openxmlformats.org/officeDocument/2006/relationships/slide" Target="/ppt/slides/slide10.xml" Id="R8e75c7c436cc4b3c" /><Relationship Type="http://schemas.openxmlformats.org/officeDocument/2006/relationships/slide" Target="/ppt/slides/slide11.xml" Id="R6e94843a77b44a5e" /><Relationship Type="http://schemas.openxmlformats.org/officeDocument/2006/relationships/slide" Target="/ppt/slides/slide12.xml" Id="R3a1d71a561ae473e" /><Relationship Type="http://schemas.openxmlformats.org/officeDocument/2006/relationships/slide" Target="/ppt/slides/slide13.xml" Id="R23f3eafa53404f0d" /><Relationship Type="http://schemas.openxmlformats.org/officeDocument/2006/relationships/slide" Target="/ppt/slides/slide14.xml" Id="R4056e755d2c34cc3" /><Relationship Type="http://schemas.openxmlformats.org/officeDocument/2006/relationships/slide" Target="/ppt/slides/slide15.xml" Id="Reb100b5434b044b2" /><Relationship Type="http://schemas.openxmlformats.org/officeDocument/2006/relationships/slide" Target="/ppt/slides/slide16.xml" Id="R67436054e426465c" /><Relationship Type="http://schemas.openxmlformats.org/officeDocument/2006/relationships/slide" Target="/ppt/slides/slide17.xml" Id="R7ba6147aeba748c6" /><Relationship Type="http://schemas.openxmlformats.org/officeDocument/2006/relationships/slide" Target="/ppt/slides/slide18.xml" Id="Rbb24c875424a479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91ba626a3354f9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a2b2284251248dd" /><Relationship Type="http://schemas.openxmlformats.org/officeDocument/2006/relationships/notesMaster" Target="/ppt/notesMasters/notesMaster1.xml" Id="Raf5f1d6882bd432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9ffe77faaf643c1" /><Relationship Type="http://schemas.openxmlformats.org/officeDocument/2006/relationships/notesMaster" Target="/ppt/notesMasters/notesMaster1.xml" Id="R23b97e114d35437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30dad3153e64e56" /><Relationship Type="http://schemas.openxmlformats.org/officeDocument/2006/relationships/notesMaster" Target="/ppt/notesMasters/notesMaster1.xml" Id="R0f3894b74e974bb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060da9921404caa" /><Relationship Type="http://schemas.openxmlformats.org/officeDocument/2006/relationships/notesMaster" Target="/ppt/notesMasters/notesMaster1.xml" Id="R4bade0dd389a404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1797db48c6445d3" /><Relationship Type="http://schemas.openxmlformats.org/officeDocument/2006/relationships/notesMaster" Target="/ppt/notesMasters/notesMaster1.xml" Id="R5e3aac45da4f47f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90a3d5a3bfd4f1e" /><Relationship Type="http://schemas.openxmlformats.org/officeDocument/2006/relationships/notesMaster" Target="/ppt/notesMasters/notesMaster1.xml" Id="Rcb8eec76a666448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cb2b2e8baf04402" /><Relationship Type="http://schemas.openxmlformats.org/officeDocument/2006/relationships/notesMaster" Target="/ppt/notesMasters/notesMaster1.xml" Id="R0b9c6cc5f15e4f5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d91fc4a347446b7" /><Relationship Type="http://schemas.openxmlformats.org/officeDocument/2006/relationships/notesMaster" Target="/ppt/notesMasters/notesMaster1.xml" Id="R70803aa51b7c458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cc3be7b392142d7" /><Relationship Type="http://schemas.openxmlformats.org/officeDocument/2006/relationships/notesMaster" Target="/ppt/notesMasters/notesMaster1.xml" Id="Rfb1eec3142ec4d3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47ca22dc27e4416" /><Relationship Type="http://schemas.openxmlformats.org/officeDocument/2006/relationships/notesMaster" Target="/ppt/notesMasters/notesMaster1.xml" Id="Rd77ef795d1d943a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e72ac0df0814752" /><Relationship Type="http://schemas.openxmlformats.org/officeDocument/2006/relationships/notesMaster" Target="/ppt/notesMasters/notesMaster1.xml" Id="R05fb5b3d541b424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07d6b505eff4674" /><Relationship Type="http://schemas.openxmlformats.org/officeDocument/2006/relationships/notesMaster" Target="/ppt/notesMasters/notesMaster1.xml" Id="R069ca734112544d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130c4e354e94cc7" /><Relationship Type="http://schemas.openxmlformats.org/officeDocument/2006/relationships/notesMaster" Target="/ppt/notesMasters/notesMaster1.xml" Id="R7f90e5b952054fe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06e68099b464952" /><Relationship Type="http://schemas.openxmlformats.org/officeDocument/2006/relationships/notesMaster" Target="/ppt/notesMasters/notesMaster1.xml" Id="R92be48ff09b24f3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052614c462f4292" /><Relationship Type="http://schemas.openxmlformats.org/officeDocument/2006/relationships/notesMaster" Target="/ppt/notesMasters/notesMaster1.xml" Id="R0eef8106a0cc4ef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6588643b9db4e62" /><Relationship Type="http://schemas.openxmlformats.org/officeDocument/2006/relationships/notesMaster" Target="/ppt/notesMasters/notesMaster1.xml" Id="Rf54f873675ef47b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68ed8f9f3cb4396" /><Relationship Type="http://schemas.openxmlformats.org/officeDocument/2006/relationships/notesMaster" Target="/ppt/notesMasters/notesMaster1.xml" Id="R502c4440ca614ff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d4cedb4377743dd" /><Relationship Type="http://schemas.openxmlformats.org/officeDocument/2006/relationships/notesMaster" Target="/ppt/notesMasters/notesMaster1.xml" Id="Rfb09cb0bb1784a5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c3a57432ca444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150cfa1ffea4d11" /><Relationship Type="http://schemas.openxmlformats.org/officeDocument/2006/relationships/slideLayout" Target="/ppt/slideLayouts/slideLayout1.xml" Id="R4673236b9eef4ae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73236b9eef4ae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d5d632c7404f9b" /><Relationship Type="http://schemas.openxmlformats.org/officeDocument/2006/relationships/image" Target="/ppt/media/image.png" Id="R11854016910248d3" /><Relationship Type="http://schemas.openxmlformats.org/officeDocument/2006/relationships/notesSlide" Target="/ppt/notesSlides/notesSlide1.xml" Id="Rb444be73dd9c49e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c7d455dcdb4d34" /><Relationship Type="http://schemas.openxmlformats.org/officeDocument/2006/relationships/image" Target="/ppt/media/image2.png" Id="R2b6c3807486f42b5" /><Relationship Type="http://schemas.openxmlformats.org/officeDocument/2006/relationships/notesSlide" Target="/ppt/notesSlides/notesSlide2.xml" Id="Re517a9eaaa0b4bc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1afcb2c5bc470b" /><Relationship Type="http://schemas.openxmlformats.org/officeDocument/2006/relationships/image" Target="/ppt/media/image3.png" Id="R722c9263d4bb412e" /><Relationship Type="http://schemas.openxmlformats.org/officeDocument/2006/relationships/notesSlide" Target="/ppt/notesSlides/notesSlide3.xml" Id="R26e07ed1c2e4451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e8af4444494231" /><Relationship Type="http://schemas.openxmlformats.org/officeDocument/2006/relationships/image" Target="/ppt/media/image4.png" Id="Rcdc54c6df99f4e25" /><Relationship Type="http://schemas.openxmlformats.org/officeDocument/2006/relationships/notesSlide" Target="/ppt/notesSlides/notesSlide4.xml" Id="R577ec5632899467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94403a9a8044d9" /><Relationship Type="http://schemas.openxmlformats.org/officeDocument/2006/relationships/image" Target="/ppt/media/image5.png" Id="Rbabf8aee8fba496a" /><Relationship Type="http://schemas.openxmlformats.org/officeDocument/2006/relationships/notesSlide" Target="/ppt/notesSlides/notesSlide5.xml" Id="Rbe62d9258b944a8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cab7e0f0624bf5" /><Relationship Type="http://schemas.openxmlformats.org/officeDocument/2006/relationships/image" Target="/ppt/media/image6.png" Id="R97cbd8e16c454e7f" /><Relationship Type="http://schemas.openxmlformats.org/officeDocument/2006/relationships/notesSlide" Target="/ppt/notesSlides/notesSlide6.xml" Id="Rccc6582af3b34ba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28debaf24343f3" /><Relationship Type="http://schemas.openxmlformats.org/officeDocument/2006/relationships/image" Target="/ppt/media/image7.png" Id="R48e51322a63540fc" /><Relationship Type="http://schemas.openxmlformats.org/officeDocument/2006/relationships/notesSlide" Target="/ppt/notesSlides/notesSlide7.xml" Id="R03fc626f05504f2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c4ab6e810b4427" /><Relationship Type="http://schemas.openxmlformats.org/officeDocument/2006/relationships/image" Target="/ppt/media/image8.png" Id="Rd7cb17efb8f54df6" /><Relationship Type="http://schemas.openxmlformats.org/officeDocument/2006/relationships/notesSlide" Target="/ppt/notesSlides/notesSlide8.xml" Id="R74708c7dd57741c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98202645b548f5" /><Relationship Type="http://schemas.openxmlformats.org/officeDocument/2006/relationships/image" Target="/ppt/media/image9.png" Id="Rffa0ec4d25a1462e" /><Relationship Type="http://schemas.openxmlformats.org/officeDocument/2006/relationships/notesSlide" Target="/ppt/notesSlides/notesSlide9.xml" Id="R20d4340ae07d4e5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783b74803c47a2" /><Relationship Type="http://schemas.openxmlformats.org/officeDocument/2006/relationships/image" Target="/ppt/media/image10.png" Id="R8b8bd62d903c4a7d" /><Relationship Type="http://schemas.openxmlformats.org/officeDocument/2006/relationships/notesSlide" Target="/ppt/notesSlides/notesSlide10.xml" Id="R0dd3a7994739444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2e58910f254b73" /><Relationship Type="http://schemas.openxmlformats.org/officeDocument/2006/relationships/image" Target="/ppt/media/image11.png" Id="R41181d24edd842bb" /><Relationship Type="http://schemas.openxmlformats.org/officeDocument/2006/relationships/notesSlide" Target="/ppt/notesSlides/notesSlide11.xml" Id="R504b3248e48b421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fd6c74e176486f" /><Relationship Type="http://schemas.openxmlformats.org/officeDocument/2006/relationships/image" Target="/ppt/media/image12.png" Id="R6e859b65964d421f" /><Relationship Type="http://schemas.openxmlformats.org/officeDocument/2006/relationships/notesSlide" Target="/ppt/notesSlides/notesSlide12.xml" Id="R97549e81dd294ff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510933c6fd4e46" /><Relationship Type="http://schemas.openxmlformats.org/officeDocument/2006/relationships/image" Target="/ppt/media/image13.png" Id="R2d98952c7a2243c0" /><Relationship Type="http://schemas.openxmlformats.org/officeDocument/2006/relationships/notesSlide" Target="/ppt/notesSlides/notesSlide13.xml" Id="Rd8910654ed6e4cf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dfe2a6518b46ef" /><Relationship Type="http://schemas.openxmlformats.org/officeDocument/2006/relationships/image" Target="/ppt/media/image14.png" Id="Rd2fb9434fa064f75" /><Relationship Type="http://schemas.openxmlformats.org/officeDocument/2006/relationships/notesSlide" Target="/ppt/notesSlides/notesSlide14.xml" Id="Rd245fdb28214419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86bf7cf64b4edf" /><Relationship Type="http://schemas.openxmlformats.org/officeDocument/2006/relationships/image" Target="/ppt/media/image15.png" Id="R9020f68dac144f35" /><Relationship Type="http://schemas.openxmlformats.org/officeDocument/2006/relationships/notesSlide" Target="/ppt/notesSlides/notesSlide15.xml" Id="R6cc2bf68e41e488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143e1a377d4c84" /><Relationship Type="http://schemas.openxmlformats.org/officeDocument/2006/relationships/image" Target="/ppt/media/image16.png" Id="R8c5db518185a48b5" /><Relationship Type="http://schemas.openxmlformats.org/officeDocument/2006/relationships/notesSlide" Target="/ppt/notesSlides/notesSlide16.xml" Id="Re28a6fedafae493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1df2f50ee646bf" /><Relationship Type="http://schemas.openxmlformats.org/officeDocument/2006/relationships/image" Target="/ppt/media/image17.png" Id="R9363c132b3ea4738" /><Relationship Type="http://schemas.openxmlformats.org/officeDocument/2006/relationships/notesSlide" Target="/ppt/notesSlides/notesSlide17.xml" Id="R7c4626a5aa4e443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e8d3ea98484fc4" /><Relationship Type="http://schemas.openxmlformats.org/officeDocument/2006/relationships/image" Target="/ppt/media/image18.png" Id="R690ab88d93fe41ce" /><Relationship Type="http://schemas.openxmlformats.org/officeDocument/2006/relationships/notesSlide" Target="/ppt/notesSlides/notesSlide18.xml" Id="R4ecdbcd8e2b8457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854016910248d3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87670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6c3807486f42b5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73347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2c9263d4bb412e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74426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c54c6df99f4e25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55281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bf8aee8fba496a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98194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cbd8e16c454e7f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10795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e51322a63540fc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38104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cb17efb8f54df6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49019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a0ec4d25a1462e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09941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8bd62d903c4a7d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49669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181d24edd842bb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87954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859b65964d421f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78575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98952c7a2243c0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33116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fb9434fa064f75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82812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20f68dac144f35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545721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5db518185a48b5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425311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63c132b3ea4738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202623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0ab88d93fe41ce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6574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2026-08-10T20:07:25.9530000Z</dcterms:created>
  <dcterms:modified xsi:type="dcterms:W3CDTF">2026-08-10T20:07:25.9530000Z</dcterms:modified>
</coreProperties>
</file>