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39602510674703" /><Relationship Type="http://schemas.openxmlformats.org/officeDocument/2006/relationships/extended-properties" Target="/docProps/app.xml" Id="R6d967ef5bdde4cba" /><Relationship Type="http://schemas.openxmlformats.org/officeDocument/2006/relationships/officeDocument" Target="/ppt/presentation.xml" Id="R4805c755f0a0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ae8b72a0b4475b"/>
  </p:sldMasterIdLst>
  <p:notesMasterIdLst>
    <p:notesMasterId xmlns:r="http://schemas.openxmlformats.org/officeDocument/2006/relationships" r:id="Reb47467fd351418a"/>
  </p:notesMasterIdLst>
  <p:sldIdLst>
    <p:sldId xmlns:r="http://schemas.openxmlformats.org/officeDocument/2006/relationships" id="256" r:id="Rd112de58e829438f"/>
    <p:sldId xmlns:r="http://schemas.openxmlformats.org/officeDocument/2006/relationships" id="257" r:id="R870c669617414f24"/>
    <p:sldId xmlns:r="http://schemas.openxmlformats.org/officeDocument/2006/relationships" id="258" r:id="R313397cfb633465b"/>
    <p:sldId xmlns:r="http://schemas.openxmlformats.org/officeDocument/2006/relationships" id="259" r:id="R0f5a0a8b00984c4c"/>
    <p:sldId xmlns:r="http://schemas.openxmlformats.org/officeDocument/2006/relationships" id="260" r:id="Rf32d7a44e05c4884"/>
    <p:sldId xmlns:r="http://schemas.openxmlformats.org/officeDocument/2006/relationships" id="261" r:id="Rc061caef8b62434b"/>
    <p:sldId xmlns:r="http://schemas.openxmlformats.org/officeDocument/2006/relationships" id="262" r:id="Rdb138d3496c745a7"/>
    <p:sldId xmlns:r="http://schemas.openxmlformats.org/officeDocument/2006/relationships" id="263" r:id="Re9af6d89422c486f"/>
    <p:sldId xmlns:r="http://schemas.openxmlformats.org/officeDocument/2006/relationships" id="264" r:id="R06dbf04da4fa4316"/>
    <p:sldId xmlns:r="http://schemas.openxmlformats.org/officeDocument/2006/relationships" id="265" r:id="Rb0e06ca159234884"/>
    <p:sldId xmlns:r="http://schemas.openxmlformats.org/officeDocument/2006/relationships" id="266" r:id="R319e7544d7d14be7"/>
    <p:sldId xmlns:r="http://schemas.openxmlformats.org/officeDocument/2006/relationships" id="267" r:id="R47d16898bbda432c"/>
    <p:sldId xmlns:r="http://schemas.openxmlformats.org/officeDocument/2006/relationships" id="268" r:id="R73c8c51661bb4c39"/>
    <p:sldId xmlns:r="http://schemas.openxmlformats.org/officeDocument/2006/relationships" id="269" r:id="R1e9afdbe82f04236"/>
    <p:sldId xmlns:r="http://schemas.openxmlformats.org/officeDocument/2006/relationships" id="270" r:id="R572ee14f5f694142"/>
    <p:sldId xmlns:r="http://schemas.openxmlformats.org/officeDocument/2006/relationships" id="271" r:id="R6430f6707e254344"/>
    <p:sldId xmlns:r="http://schemas.openxmlformats.org/officeDocument/2006/relationships" id="272" r:id="R5308f6ec7b664152"/>
    <p:sldId xmlns:r="http://schemas.openxmlformats.org/officeDocument/2006/relationships" id="273" r:id="Rb3f4498530204ee2"/>
    <p:sldId xmlns:r="http://schemas.openxmlformats.org/officeDocument/2006/relationships" id="274" r:id="Rae90932e52944d4a"/>
    <p:sldId xmlns:r="http://schemas.openxmlformats.org/officeDocument/2006/relationships" id="275" r:id="R001cd50453704789"/>
    <p:sldId xmlns:r="http://schemas.openxmlformats.org/officeDocument/2006/relationships" id="276" r:id="R22c55c792dc84614"/>
    <p:sldId xmlns:r="http://schemas.openxmlformats.org/officeDocument/2006/relationships" id="277" r:id="R9f100eaa4dda4524"/>
    <p:sldId xmlns:r="http://schemas.openxmlformats.org/officeDocument/2006/relationships" id="278" r:id="Rd386f0d062a542cb"/>
    <p:sldId xmlns:r="http://schemas.openxmlformats.org/officeDocument/2006/relationships" id="279" r:id="R46f22b9eeec54401"/>
    <p:sldId xmlns:r="http://schemas.openxmlformats.org/officeDocument/2006/relationships" id="280" r:id="R8b11a44e0e024a1d"/>
    <p:sldId xmlns:r="http://schemas.openxmlformats.org/officeDocument/2006/relationships" id="281" r:id="Rf8968fc355984d0a"/>
    <p:sldId xmlns:r="http://schemas.openxmlformats.org/officeDocument/2006/relationships" id="282" r:id="Rd19586eba5ae4b49"/>
    <p:sldId xmlns:r="http://schemas.openxmlformats.org/officeDocument/2006/relationships" id="283" r:id="Ra81eabedba754cb3"/>
    <p:sldId xmlns:r="http://schemas.openxmlformats.org/officeDocument/2006/relationships" id="284" r:id="Rec104358123c4340"/>
    <p:sldId xmlns:r="http://schemas.openxmlformats.org/officeDocument/2006/relationships" id="285" r:id="R702cb79a6e4640ab"/>
  </p:sldIdLst>
  <p:sldSz cx="9601200" cy="5829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ba6e9970da4da8" /><Relationship Type="http://schemas.openxmlformats.org/officeDocument/2006/relationships/slideMaster" Target="/ppt/slideMasters/slideMaster1.xml" Id="Ra7ae8b72a0b4475b" /><Relationship Type="http://schemas.openxmlformats.org/officeDocument/2006/relationships/notesMaster" Target="/ppt/notesMasters/notesMaster1.xml" Id="Reb47467fd351418a" /><Relationship Type="http://schemas.openxmlformats.org/officeDocument/2006/relationships/presProps" Target="/ppt/presProps.xml" Id="R97c991bae8944a3e" /><Relationship Type="http://schemas.openxmlformats.org/officeDocument/2006/relationships/tableStyles" Target="/ppt/tableStyles.xml" Id="Rc60d084652d84fdb" /><Relationship Type="http://schemas.openxmlformats.org/officeDocument/2006/relationships/slide" Target="/ppt/slides/slide1.xml" Id="Rd112de58e829438f" /><Relationship Type="http://schemas.openxmlformats.org/officeDocument/2006/relationships/slide" Target="/ppt/slides/slide2.xml" Id="R870c669617414f24" /><Relationship Type="http://schemas.openxmlformats.org/officeDocument/2006/relationships/slide" Target="/ppt/slides/slide3.xml" Id="R313397cfb633465b" /><Relationship Type="http://schemas.openxmlformats.org/officeDocument/2006/relationships/slide" Target="/ppt/slides/slide4.xml" Id="R0f5a0a8b00984c4c" /><Relationship Type="http://schemas.openxmlformats.org/officeDocument/2006/relationships/slide" Target="/ppt/slides/slide5.xml" Id="Rf32d7a44e05c4884" /><Relationship Type="http://schemas.openxmlformats.org/officeDocument/2006/relationships/slide" Target="/ppt/slides/slide6.xml" Id="Rc061caef8b62434b" /><Relationship Type="http://schemas.openxmlformats.org/officeDocument/2006/relationships/slide" Target="/ppt/slides/slide7.xml" Id="Rdb138d3496c745a7" /><Relationship Type="http://schemas.openxmlformats.org/officeDocument/2006/relationships/slide" Target="/ppt/slides/slide8.xml" Id="Re9af6d89422c486f" /><Relationship Type="http://schemas.openxmlformats.org/officeDocument/2006/relationships/slide" Target="/ppt/slides/slide9.xml" Id="R06dbf04da4fa4316" /><Relationship Type="http://schemas.openxmlformats.org/officeDocument/2006/relationships/slide" Target="/ppt/slides/slide10.xml" Id="Rb0e06ca159234884" /><Relationship Type="http://schemas.openxmlformats.org/officeDocument/2006/relationships/slide" Target="/ppt/slides/slide11.xml" Id="R319e7544d7d14be7" /><Relationship Type="http://schemas.openxmlformats.org/officeDocument/2006/relationships/slide" Target="/ppt/slides/slide12.xml" Id="R47d16898bbda432c" /><Relationship Type="http://schemas.openxmlformats.org/officeDocument/2006/relationships/slide" Target="/ppt/slides/slide13.xml" Id="R73c8c51661bb4c39" /><Relationship Type="http://schemas.openxmlformats.org/officeDocument/2006/relationships/slide" Target="/ppt/slides/slide14.xml" Id="R1e9afdbe82f04236" /><Relationship Type="http://schemas.openxmlformats.org/officeDocument/2006/relationships/slide" Target="/ppt/slides/slide15.xml" Id="R572ee14f5f694142" /><Relationship Type="http://schemas.openxmlformats.org/officeDocument/2006/relationships/slide" Target="/ppt/slides/slide16.xml" Id="R6430f6707e254344" /><Relationship Type="http://schemas.openxmlformats.org/officeDocument/2006/relationships/slide" Target="/ppt/slides/slide17.xml" Id="R5308f6ec7b664152" /><Relationship Type="http://schemas.openxmlformats.org/officeDocument/2006/relationships/slide" Target="/ppt/slides/slide18.xml" Id="Rb3f4498530204ee2" /><Relationship Type="http://schemas.openxmlformats.org/officeDocument/2006/relationships/slide" Target="/ppt/slides/slide19.xml" Id="Rae90932e52944d4a" /><Relationship Type="http://schemas.openxmlformats.org/officeDocument/2006/relationships/slide" Target="/ppt/slides/slide20.xml" Id="R001cd50453704789" /><Relationship Type="http://schemas.openxmlformats.org/officeDocument/2006/relationships/slide" Target="/ppt/slides/slide21.xml" Id="R22c55c792dc84614" /><Relationship Type="http://schemas.openxmlformats.org/officeDocument/2006/relationships/slide" Target="/ppt/slides/slide22.xml" Id="R9f100eaa4dda4524" /><Relationship Type="http://schemas.openxmlformats.org/officeDocument/2006/relationships/slide" Target="/ppt/slides/slide23.xml" Id="Rd386f0d062a542cb" /><Relationship Type="http://schemas.openxmlformats.org/officeDocument/2006/relationships/slide" Target="/ppt/slides/slide24.xml" Id="R46f22b9eeec54401" /><Relationship Type="http://schemas.openxmlformats.org/officeDocument/2006/relationships/slide" Target="/ppt/slides/slide25.xml" Id="R8b11a44e0e024a1d" /><Relationship Type="http://schemas.openxmlformats.org/officeDocument/2006/relationships/slide" Target="/ppt/slides/slide26.xml" Id="Rf8968fc355984d0a" /><Relationship Type="http://schemas.openxmlformats.org/officeDocument/2006/relationships/slide" Target="/ppt/slides/slide27.xml" Id="Rd19586eba5ae4b49" /><Relationship Type="http://schemas.openxmlformats.org/officeDocument/2006/relationships/slide" Target="/ppt/slides/slide28.xml" Id="Ra81eabedba754cb3" /><Relationship Type="http://schemas.openxmlformats.org/officeDocument/2006/relationships/slide" Target="/ppt/slides/slide29.xml" Id="Rec104358123c4340" /><Relationship Type="http://schemas.openxmlformats.org/officeDocument/2006/relationships/slide" Target="/ppt/slides/slide30.xml" Id="R702cb79a6e4640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557235d05a44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73e43656c84314" /><Relationship Type="http://schemas.openxmlformats.org/officeDocument/2006/relationships/notesMaster" Target="/ppt/notesMasters/notesMaster1.xml" Id="R1212c99c0bee45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448a23052e4ca8" /><Relationship Type="http://schemas.openxmlformats.org/officeDocument/2006/relationships/notesMaster" Target="/ppt/notesMasters/notesMaster1.xml" Id="Rbec7ef5033f043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d5f508dd534527" /><Relationship Type="http://schemas.openxmlformats.org/officeDocument/2006/relationships/notesMaster" Target="/ppt/notesMasters/notesMaster1.xml" Id="Rd1b31c2eb5324b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89b19734244977" /><Relationship Type="http://schemas.openxmlformats.org/officeDocument/2006/relationships/notesMaster" Target="/ppt/notesMasters/notesMaster1.xml" Id="Rf52364c743e3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a89cd3e10419a" /><Relationship Type="http://schemas.openxmlformats.org/officeDocument/2006/relationships/notesMaster" Target="/ppt/notesMasters/notesMaster1.xml" Id="Rd06294e34e314c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bb431224204d8a" /><Relationship Type="http://schemas.openxmlformats.org/officeDocument/2006/relationships/notesMaster" Target="/ppt/notesMasters/notesMaster1.xml" Id="R80754ba51c804b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e238786a494248" /><Relationship Type="http://schemas.openxmlformats.org/officeDocument/2006/relationships/notesMaster" Target="/ppt/notesMasters/notesMaster1.xml" Id="R598ab3a2b4334a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6daa2961dd4e91" /><Relationship Type="http://schemas.openxmlformats.org/officeDocument/2006/relationships/notesMaster" Target="/ppt/notesMasters/notesMaster1.xml" Id="R82548ba5678745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e0fb82ec3f49be" /><Relationship Type="http://schemas.openxmlformats.org/officeDocument/2006/relationships/notesMaster" Target="/ppt/notesMasters/notesMaster1.xml" Id="R90cf4402cb2343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5dcdb67d854ed5" /><Relationship Type="http://schemas.openxmlformats.org/officeDocument/2006/relationships/notesMaster" Target="/ppt/notesMasters/notesMaster1.xml" Id="R65bf2cb7086a4d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fef2c5ba764aaf" /><Relationship Type="http://schemas.openxmlformats.org/officeDocument/2006/relationships/notesMaster" Target="/ppt/notesMasters/notesMaster1.xml" Id="R96231a0e23154f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ac0031f6884d97" /><Relationship Type="http://schemas.openxmlformats.org/officeDocument/2006/relationships/notesMaster" Target="/ppt/notesMasters/notesMaster1.xml" Id="Rf787f55156314a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804bb391a8423c" /><Relationship Type="http://schemas.openxmlformats.org/officeDocument/2006/relationships/notesMaster" Target="/ppt/notesMasters/notesMaster1.xml" Id="Rbe90c0c1b03f4e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b76f0ff8ea4154" /><Relationship Type="http://schemas.openxmlformats.org/officeDocument/2006/relationships/notesMaster" Target="/ppt/notesMasters/notesMaster1.xml" Id="R7b4b4b46431d49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d7adf7fb4e4f70" /><Relationship Type="http://schemas.openxmlformats.org/officeDocument/2006/relationships/notesMaster" Target="/ppt/notesMasters/notesMaster1.xml" Id="Rda23e3441af441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6de3ac7d754d46" /><Relationship Type="http://schemas.openxmlformats.org/officeDocument/2006/relationships/notesMaster" Target="/ppt/notesMasters/notesMaster1.xml" Id="Rd45ee67ebb6948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41394b075d4003" /><Relationship Type="http://schemas.openxmlformats.org/officeDocument/2006/relationships/notesMaster" Target="/ppt/notesMasters/notesMaster1.xml" Id="R2857964d7d324b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7e790ff0ab44e3" /><Relationship Type="http://schemas.openxmlformats.org/officeDocument/2006/relationships/notesMaster" Target="/ppt/notesMasters/notesMaster1.xml" Id="R2a699d87dba846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d48caed37d480f" /><Relationship Type="http://schemas.openxmlformats.org/officeDocument/2006/relationships/notesMaster" Target="/ppt/notesMasters/notesMaster1.xml" Id="R8fea82353c2547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1e57ef3bf54cf4" /><Relationship Type="http://schemas.openxmlformats.org/officeDocument/2006/relationships/notesMaster" Target="/ppt/notesMasters/notesMaster1.xml" Id="R6126042b4b4f44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330d150b1b4594" /><Relationship Type="http://schemas.openxmlformats.org/officeDocument/2006/relationships/notesMaster" Target="/ppt/notesMasters/notesMaster1.xml" Id="R0b266c3b749c46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d59a05421e4a8e" /><Relationship Type="http://schemas.openxmlformats.org/officeDocument/2006/relationships/notesMaster" Target="/ppt/notesMasters/notesMaster1.xml" Id="Rdc2f3e075bf149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44d74e1e7d42c5" /><Relationship Type="http://schemas.openxmlformats.org/officeDocument/2006/relationships/notesMaster" Target="/ppt/notesMasters/notesMaster1.xml" Id="R3e9d9790110943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64ec1df9454c3e" /><Relationship Type="http://schemas.openxmlformats.org/officeDocument/2006/relationships/notesMaster" Target="/ppt/notesMasters/notesMaster1.xml" Id="Rc6652fc0291141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1671e4961d459b" /><Relationship Type="http://schemas.openxmlformats.org/officeDocument/2006/relationships/notesMaster" Target="/ppt/notesMasters/notesMaster1.xml" Id="Rfe9e0da502384dd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69dd42cecd4e42" /><Relationship Type="http://schemas.openxmlformats.org/officeDocument/2006/relationships/notesMaster" Target="/ppt/notesMasters/notesMaster1.xml" Id="Rdfc1f75b90fc4af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95c89ca9f08435a" /><Relationship Type="http://schemas.openxmlformats.org/officeDocument/2006/relationships/notesMaster" Target="/ppt/notesMasters/notesMaster1.xml" Id="Re1692a67941346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580c584ac624220" /><Relationship Type="http://schemas.openxmlformats.org/officeDocument/2006/relationships/notesMaster" Target="/ppt/notesMasters/notesMaster1.xml" Id="R82936d1409a24cc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9899c2bc4d743c4" /><Relationship Type="http://schemas.openxmlformats.org/officeDocument/2006/relationships/notesMaster" Target="/ppt/notesMasters/notesMaster1.xml" Id="R6c2b6f7a46a940a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85b7595731f4a97" /><Relationship Type="http://schemas.openxmlformats.org/officeDocument/2006/relationships/notesMaster" Target="/ppt/notesMasters/notesMaster1.xml" Id="R044adf79357546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e05b1ab0a42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e1a82e5c34e8d" /><Relationship Type="http://schemas.openxmlformats.org/officeDocument/2006/relationships/slideLayout" Target="/ppt/slideLayouts/slideLayout1.xml" Id="R2a47828e077e4c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7828e077e4c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88fb0196453c" /><Relationship Type="http://schemas.openxmlformats.org/officeDocument/2006/relationships/image" Target="/ppt/media/image.png" Id="R70ca7a8f2b9445c7" /><Relationship Type="http://schemas.openxmlformats.org/officeDocument/2006/relationships/notesSlide" Target="/ppt/notesSlides/notesSlide1.xml" Id="Rd33f2f6e5e6042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f3fed16814edb" /><Relationship Type="http://schemas.openxmlformats.org/officeDocument/2006/relationships/image" Target="/ppt/media/image2.png" Id="R4b9e228f743b4bdb" /><Relationship Type="http://schemas.openxmlformats.org/officeDocument/2006/relationships/notesSlide" Target="/ppt/notesSlides/notesSlide2.xml" Id="Rb48f5577642347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19b86f1c14214" /><Relationship Type="http://schemas.openxmlformats.org/officeDocument/2006/relationships/image" Target="/ppt/media/image3.png" Id="R4cac5432027247e3" /><Relationship Type="http://schemas.openxmlformats.org/officeDocument/2006/relationships/notesSlide" Target="/ppt/notesSlides/notesSlide3.xml" Id="Rada660415caa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b09d446544575" /><Relationship Type="http://schemas.openxmlformats.org/officeDocument/2006/relationships/image" Target="/ppt/media/image4.png" Id="Rd47b8817a3f8429e" /><Relationship Type="http://schemas.openxmlformats.org/officeDocument/2006/relationships/notesSlide" Target="/ppt/notesSlides/notesSlide4.xml" Id="R7a34aeec55274d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d90d5fe3e4d92" /><Relationship Type="http://schemas.openxmlformats.org/officeDocument/2006/relationships/image" Target="/ppt/media/image5.png" Id="R452538efd3b14e22" /><Relationship Type="http://schemas.openxmlformats.org/officeDocument/2006/relationships/notesSlide" Target="/ppt/notesSlides/notesSlide5.xml" Id="R182390567b2a47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a6fe8dd6b43c2" /><Relationship Type="http://schemas.openxmlformats.org/officeDocument/2006/relationships/image" Target="/ppt/media/image6.png" Id="R557ba2533d6a4083" /><Relationship Type="http://schemas.openxmlformats.org/officeDocument/2006/relationships/notesSlide" Target="/ppt/notesSlides/notesSlide6.xml" Id="R567080ec9c1f46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f11ff09ed417a" /><Relationship Type="http://schemas.openxmlformats.org/officeDocument/2006/relationships/image" Target="/ppt/media/image7.png" Id="R203147dc8fb2437c" /><Relationship Type="http://schemas.openxmlformats.org/officeDocument/2006/relationships/notesSlide" Target="/ppt/notesSlides/notesSlide7.xml" Id="R09f599f380ca4c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769450f9c4d71" /><Relationship Type="http://schemas.openxmlformats.org/officeDocument/2006/relationships/image" Target="/ppt/media/image8.png" Id="Ra4fbc174c96147e4" /><Relationship Type="http://schemas.openxmlformats.org/officeDocument/2006/relationships/notesSlide" Target="/ppt/notesSlides/notesSlide8.xml" Id="R9acf3a9e671047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bc08804c341aa" /><Relationship Type="http://schemas.openxmlformats.org/officeDocument/2006/relationships/image" Target="/ppt/media/image9.png" Id="R33512b3bd2224b53" /><Relationship Type="http://schemas.openxmlformats.org/officeDocument/2006/relationships/notesSlide" Target="/ppt/notesSlides/notesSlide9.xml" Id="R65565bbd4dde4b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1e2d2a0d4034" /><Relationship Type="http://schemas.openxmlformats.org/officeDocument/2006/relationships/image" Target="/ppt/media/image10.png" Id="Reccaf057d3534eac" /><Relationship Type="http://schemas.openxmlformats.org/officeDocument/2006/relationships/notesSlide" Target="/ppt/notesSlides/notesSlide10.xml" Id="R276606c5c1b545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32ce1234f445c" /><Relationship Type="http://schemas.openxmlformats.org/officeDocument/2006/relationships/image" Target="/ppt/media/image11.png" Id="R9b62c2ad2f534fe3" /><Relationship Type="http://schemas.openxmlformats.org/officeDocument/2006/relationships/notesSlide" Target="/ppt/notesSlides/notesSlide11.xml" Id="R46371955643a47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aaf6a8d7147ff" /><Relationship Type="http://schemas.openxmlformats.org/officeDocument/2006/relationships/image" Target="/ppt/media/image12.png" Id="R2c7b024488ad4b3b" /><Relationship Type="http://schemas.openxmlformats.org/officeDocument/2006/relationships/notesSlide" Target="/ppt/notesSlides/notesSlide12.xml" Id="R1a5cd429579c45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35c33618246c0" /><Relationship Type="http://schemas.openxmlformats.org/officeDocument/2006/relationships/image" Target="/ppt/media/image13.png" Id="Rb6cbcdbabdfe451e" /><Relationship Type="http://schemas.openxmlformats.org/officeDocument/2006/relationships/notesSlide" Target="/ppt/notesSlides/notesSlide13.xml" Id="R51e4e41f514c4c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dbe9f00c5451e" /><Relationship Type="http://schemas.openxmlformats.org/officeDocument/2006/relationships/image" Target="/ppt/media/image14.png" Id="Re33edc63c4a245f4" /><Relationship Type="http://schemas.openxmlformats.org/officeDocument/2006/relationships/notesSlide" Target="/ppt/notesSlides/notesSlide14.xml" Id="R037e7180ff5246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dd1c8ea0a4c0e" /><Relationship Type="http://schemas.openxmlformats.org/officeDocument/2006/relationships/image" Target="/ppt/media/image15.png" Id="R4870a2a018894c21" /><Relationship Type="http://schemas.openxmlformats.org/officeDocument/2006/relationships/notesSlide" Target="/ppt/notesSlides/notesSlide15.xml" Id="R3fa8d66926cc43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0adc68a5642d6" /><Relationship Type="http://schemas.openxmlformats.org/officeDocument/2006/relationships/image" Target="/ppt/media/image16.png" Id="Ra4517a49b4184664" /><Relationship Type="http://schemas.openxmlformats.org/officeDocument/2006/relationships/notesSlide" Target="/ppt/notesSlides/notesSlide16.xml" Id="Rae06131b0dab41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cdc304f104e99" /><Relationship Type="http://schemas.openxmlformats.org/officeDocument/2006/relationships/image" Target="/ppt/media/image17.png" Id="Rdcab752aeaff414e" /><Relationship Type="http://schemas.openxmlformats.org/officeDocument/2006/relationships/notesSlide" Target="/ppt/notesSlides/notesSlide17.xml" Id="R0f7ecc7aa27741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00b89c29d4ad2" /><Relationship Type="http://schemas.openxmlformats.org/officeDocument/2006/relationships/image" Target="/ppt/media/image18.png" Id="Rbcd89031d69b4aa5" /><Relationship Type="http://schemas.openxmlformats.org/officeDocument/2006/relationships/notesSlide" Target="/ppt/notesSlides/notesSlide18.xml" Id="R23eb58af23ae43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26c7d0e4143a3" /><Relationship Type="http://schemas.openxmlformats.org/officeDocument/2006/relationships/image" Target="/ppt/media/image19.png" Id="R55dc216a84124164" /><Relationship Type="http://schemas.openxmlformats.org/officeDocument/2006/relationships/notesSlide" Target="/ppt/notesSlides/notesSlide19.xml" Id="R08f975ea25494d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fc7ec8298493b" /><Relationship Type="http://schemas.openxmlformats.org/officeDocument/2006/relationships/image" Target="/ppt/media/image20.png" Id="R5704b2b92f374944" /><Relationship Type="http://schemas.openxmlformats.org/officeDocument/2006/relationships/notesSlide" Target="/ppt/notesSlides/notesSlide20.xml" Id="R14332d6f34be4a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89a1b2c024fa8" /><Relationship Type="http://schemas.openxmlformats.org/officeDocument/2006/relationships/image" Target="/ppt/media/image21.png" Id="R1b191e354b2b4070" /><Relationship Type="http://schemas.openxmlformats.org/officeDocument/2006/relationships/notesSlide" Target="/ppt/notesSlides/notesSlide21.xml" Id="R15668ef525cc44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9bcb75f2e4db7" /><Relationship Type="http://schemas.openxmlformats.org/officeDocument/2006/relationships/image" Target="/ppt/media/image22.png" Id="Rbe538839802947b6" /><Relationship Type="http://schemas.openxmlformats.org/officeDocument/2006/relationships/notesSlide" Target="/ppt/notesSlides/notesSlide22.xml" Id="Rc8d37b8180244d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9c46cb17544ff" /><Relationship Type="http://schemas.openxmlformats.org/officeDocument/2006/relationships/image" Target="/ppt/media/image23.png" Id="Rcf7882b2e9ca480f" /><Relationship Type="http://schemas.openxmlformats.org/officeDocument/2006/relationships/notesSlide" Target="/ppt/notesSlides/notesSlide23.xml" Id="R169360966e8b498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b2f3174d14c3f" /><Relationship Type="http://schemas.openxmlformats.org/officeDocument/2006/relationships/image" Target="/ppt/media/image24.png" Id="R78090ca9ad7d4a0a" /><Relationship Type="http://schemas.openxmlformats.org/officeDocument/2006/relationships/notesSlide" Target="/ppt/notesSlides/notesSlide24.xml" Id="R443c1a1009ae4f9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041f5c96b4a0b" /><Relationship Type="http://schemas.openxmlformats.org/officeDocument/2006/relationships/image" Target="/ppt/media/image25.png" Id="R913da00f0c5c403b" /><Relationship Type="http://schemas.openxmlformats.org/officeDocument/2006/relationships/notesSlide" Target="/ppt/notesSlides/notesSlide25.xml" Id="Rb54cb063e1c9404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6b13f0a3a4193" /><Relationship Type="http://schemas.openxmlformats.org/officeDocument/2006/relationships/image" Target="/ppt/media/image26.png" Id="R71a51a3d21d24dbc" /><Relationship Type="http://schemas.openxmlformats.org/officeDocument/2006/relationships/notesSlide" Target="/ppt/notesSlides/notesSlide26.xml" Id="Rfc76c9d043c747e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466ccb10e4790" /><Relationship Type="http://schemas.openxmlformats.org/officeDocument/2006/relationships/image" Target="/ppt/media/image27.png" Id="R516099be3c5741a6" /><Relationship Type="http://schemas.openxmlformats.org/officeDocument/2006/relationships/notesSlide" Target="/ppt/notesSlides/notesSlide27.xml" Id="R3ca78279c4b643f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b0fcd3d6e4501" /><Relationship Type="http://schemas.openxmlformats.org/officeDocument/2006/relationships/image" Target="/ppt/media/image28.png" Id="R7c2a941f24e34e7a" /><Relationship Type="http://schemas.openxmlformats.org/officeDocument/2006/relationships/notesSlide" Target="/ppt/notesSlides/notesSlide28.xml" Id="Rec8edca307a447a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13ea59d664e94" /><Relationship Type="http://schemas.openxmlformats.org/officeDocument/2006/relationships/image" Target="/ppt/media/image29.png" Id="R34d8ca654ddd472d" /><Relationship Type="http://schemas.openxmlformats.org/officeDocument/2006/relationships/notesSlide" Target="/ppt/notesSlides/notesSlide29.xml" Id="Rf17428838d40433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35300638c4458" /><Relationship Type="http://schemas.openxmlformats.org/officeDocument/2006/relationships/image" Target="/ppt/media/image30.png" Id="Reba4b514bdf14efb" /><Relationship Type="http://schemas.openxmlformats.org/officeDocument/2006/relationships/notesSlide" Target="/ppt/notesSlides/notesSlide30.xml" Id="R26e8dc00ec1b43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a7a8f2b9445c7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741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e228f743b4bdb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34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c5432027247e3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75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b8817a3f8429e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208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538efd3b14e22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752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ba2533d6a4083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321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147dc8fb2437c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29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bc174c96147e4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31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12b3bd2224b53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659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af057d3534eac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418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2c2ad2f534fe3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39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b024488ad4b3b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279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bcdbabdfe451e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196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edc63c4a245f4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690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0a2a018894c21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6361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17a49b4184664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4425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b752aeaff414e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404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89031d69b4aa5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38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c216a84124164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4056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4b2b92f374944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8786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91e354b2b4070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4304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38839802947b6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16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882b2e9ca480f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173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90ca9ad7d4a0a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7951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da00f0c5c403b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3128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51a3d21d24dbc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1077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099be3c5741a6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6480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a941f24e34e7a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763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8ca654ddd472d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0799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4b514bdf14efb"/>
          <a:stretch xmlns:a="http://schemas.openxmlformats.org/drawingml/2006/main"/>
        </p:blipFill>
        <p:spPr>
          <a:xfrm xmlns:a="http://schemas.openxmlformats.org/drawingml/2006/main">
            <a:off x="0" y="0"/>
            <a:ext cx="9601200" cy="582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53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2026-08-10T20:07:25.0290000Z</dcterms:created>
  <dcterms:modified xsi:type="dcterms:W3CDTF">2026-08-10T20:07:25.0290000Z</dcterms:modified>
</coreProperties>
</file>